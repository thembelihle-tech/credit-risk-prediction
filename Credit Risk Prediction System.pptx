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9" r:id="rId1"/>
  </p:sldMasterIdLst>
  <p:notesMasterIdLst>
    <p:notesMasterId r:id="rId4"/>
  </p:notesMasterIdLst>
  <p:handoutMasterIdLst>
    <p:handoutMasterId r:id="rId5"/>
  </p:handout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3DC37-C6E7-4D03-9B6A-5B1F4D882761}" v="2" dt="2026-08-31T08:35:15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8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mbelihle Nkosi" userId="34acb82be647289d" providerId="LiveId" clId="{A75475CB-E90B-49A7-8916-1196816BF4F1}"/>
    <pc:docChg chg="undo custSel addSld modSld">
      <pc:chgData name="Thembelihle Nkosi" userId="34acb82be647289d" providerId="LiveId" clId="{A75475CB-E90B-49A7-8916-1196816BF4F1}" dt="2026-08-31T09:39:33.545" v="160" actId="113"/>
      <pc:docMkLst>
        <pc:docMk/>
      </pc:docMkLst>
      <pc:sldChg chg="addSp modSp mod">
        <pc:chgData name="Thembelihle Nkosi" userId="34acb82be647289d" providerId="LiveId" clId="{A75475CB-E90B-49A7-8916-1196816BF4F1}" dt="2026-08-31T09:39:33.545" v="160" actId="113"/>
        <pc:sldMkLst>
          <pc:docMk/>
          <pc:sldMk cId="2329614230" sldId="260"/>
        </pc:sldMkLst>
        <pc:spChg chg="mod">
          <ac:chgData name="Thembelihle Nkosi" userId="34acb82be647289d" providerId="LiveId" clId="{A75475CB-E90B-49A7-8916-1196816BF4F1}" dt="2026-08-31T09:39:33.545" v="160" actId="113"/>
          <ac:spMkLst>
            <pc:docMk/>
            <pc:sldMk cId="2329614230" sldId="260"/>
            <ac:spMk id="3" creationId="{F01FB9CD-CBF7-C634-8B2F-5E2490FDF9F0}"/>
          </ac:spMkLst>
        </pc:spChg>
        <pc:spChg chg="add mod">
          <ac:chgData name="Thembelihle Nkosi" userId="34acb82be647289d" providerId="LiveId" clId="{A75475CB-E90B-49A7-8916-1196816BF4F1}" dt="2026-08-31T08:35:15.850" v="56"/>
          <ac:spMkLst>
            <pc:docMk/>
            <pc:sldMk cId="2329614230" sldId="260"/>
            <ac:spMk id="6" creationId="{5C9BE093-E5B6-DA93-72FB-870FC733B4A2}"/>
          </ac:spMkLst>
        </pc:spChg>
      </pc:sldChg>
      <pc:sldChg chg="addSp delSp modSp new mod modClrScheme chgLayout">
        <pc:chgData name="Thembelihle Nkosi" userId="34acb82be647289d" providerId="LiveId" clId="{A75475CB-E90B-49A7-8916-1196816BF4F1}" dt="2026-08-31T08:34:11.940" v="50"/>
        <pc:sldMkLst>
          <pc:docMk/>
          <pc:sldMk cId="838054146" sldId="261"/>
        </pc:sldMkLst>
        <pc:spChg chg="mod">
          <ac:chgData name="Thembelihle Nkosi" userId="34acb82be647289d" providerId="LiveId" clId="{A75475CB-E90B-49A7-8916-1196816BF4F1}" dt="2026-08-31T07:53:18.134" v="45" actId="27636"/>
          <ac:spMkLst>
            <pc:docMk/>
            <pc:sldMk cId="838054146" sldId="261"/>
            <ac:spMk id="2" creationId="{D4445175-D007-C5CD-FD93-BDCE99788073}"/>
          </ac:spMkLst>
        </pc:spChg>
        <pc:spChg chg="add del mod">
          <ac:chgData name="Thembelihle Nkosi" userId="34acb82be647289d" providerId="LiveId" clId="{A75475CB-E90B-49A7-8916-1196816BF4F1}" dt="2026-08-31T08:34:11.940" v="50"/>
          <ac:spMkLst>
            <pc:docMk/>
            <pc:sldMk cId="838054146" sldId="261"/>
            <ac:spMk id="3" creationId="{405BABCB-B116-4A70-293C-2E7D17E1BB6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3CFBE15-E4BE-4B42-AEEE-ED6C6B9CFCE2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8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94040C0B-3638-F744-9F98-D66CEC42832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290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EF7764-3766-AD43-917F-3181D2483C36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07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BD2E1884-4CA3-F14A-A3FE-9D94D32D34BF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24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CB9363-2EBD-E747-A181-1D3A08C65245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65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A43625EB-9CE7-FE4A-962B-ADA6590F06B0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80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0F305-9E38-2F43-A154-0A13A54C557F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9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58CAE-C0F2-B346-BD4B-417B70F2F6E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032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51EF5BDB-72C5-6C45-B365-DB2A3AA7E4E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F6B260B-9C30-8041-A127-55431CED219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427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FE14-963B-F240-A047-D4733954729E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38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70E42-D83C-0945-8790-6453F9081E20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54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4B53C-24D5-7E4A-A014-94F398D5C635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1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3D06D-70B8-D14B-A67C-9271374366C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4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E1D74-C13D-F14A-9B9E-EB7933559C88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01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4FB7707-CCB1-0246-9925-E5DB223369A7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AE76B46A-8201-CC4A-8088-50255B4B9D0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66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F2D9860-67F8-974D-8794-2C5A1B3DA50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51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8351A969-2D26-4F49-AF79-EF4D76632F71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549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83FCCD6-08E9-5F43-B78A-D6D06FA7D888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15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752D2-CCDE-DA48-AA88-B770548F7575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90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2E2458BC-FE32-0A45-9DD7-ED7D64447D19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0822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1233975F-0E53-0840-98CD-E03B319E6BC3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707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D0CA20AB-D25D-704E-83C3-6B013E02E645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86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B31F77D0-31D8-5446-A1F3-FE6147C324EC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6013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5CF00-6C05-B849-B141-54CC9A394B3C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26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66499679-3EA0-9342-AF62-C5FAA18B6EFA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262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3C97155C-DE68-4440-8202-CC9478E27F07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9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2B9DA8F7-1BE7-954A-B654-92996DBA4E86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6884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447FF96-6068-D045-B983-6A2E1F44124F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42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C195F3F8-9E31-7F42-8188-F6043F071A39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8642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AE8BA31F-10E3-B74C-A113-9DB8A6700F67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139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3596BBB1-49AB-C544-9861-84EE6CF53403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9621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9D50FFC8-0737-944F-9B20-403A2248B3E7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1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5DA7B-3D23-9747-B64E-78D5DD68C6C7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05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040DD-291F-D14A-B0CD-056B01183946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91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20AA6F4-6FEB-A645-BC84-8FD86BB56A56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1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19C1F0A-369C-694C-9034-23649A99EDDB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81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5CB68B-3B3F-204E-812A-7CA74DAAFECC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54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3A025-A5F8-BC41-857C-074A129970D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1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1A02B-DBB0-A046-81B0-FEDCAC57CE71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82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2E1041-C021-CE4A-9D2F-9EE16EB193AE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7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19110DB-B309-8C4D-B2B7-2B6318BF3864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5355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CCD263F-17D1-DD49-AE75-3B385E0CFFA9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227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64374B-BFF6-3C4D-A435-E85D19EC7285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3730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4FF47-482A-5A42-BC2B-D17760A60D7C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70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0A138-5AFC-9A4D-A014-96125C4D80CC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1906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F1EA9-87CF-8343-9776-D1D52A179B2E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221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9506F-D76B-DF43-A96B-B8A73BD734D5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7993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7B30-84C4-E14A-AD9D-99C744B58D2B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956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2B00D-D41F-AF4D-9311-8F7464F57478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609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1D72C-8184-5840-B481-389540A01A17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1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2C1FE-0BA1-514C-8495-D43A7528783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55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BF82D58-E94F-DA46-9A9B-DBAB917AB2DD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0" r:id="rId1"/>
    <p:sldLayoutId id="2147483981" r:id="rId2"/>
    <p:sldLayoutId id="2147483982" r:id="rId3"/>
    <p:sldLayoutId id="2147483983" r:id="rId4"/>
    <p:sldLayoutId id="2147483984" r:id="rId5"/>
    <p:sldLayoutId id="2147483985" r:id="rId6"/>
    <p:sldLayoutId id="2147483986" r:id="rId7"/>
    <p:sldLayoutId id="2147483987" r:id="rId8"/>
    <p:sldLayoutId id="2147483988" r:id="rId9"/>
    <p:sldLayoutId id="2147483989" r:id="rId10"/>
    <p:sldLayoutId id="2147483990" r:id="rId11"/>
    <p:sldLayoutId id="2147483991" r:id="rId12"/>
    <p:sldLayoutId id="2147483992" r:id="rId13"/>
    <p:sldLayoutId id="2147483993" r:id="rId14"/>
    <p:sldLayoutId id="2147483994" r:id="rId15"/>
    <p:sldLayoutId id="2147483995" r:id="rId16"/>
    <p:sldLayoutId id="2147483996" r:id="rId17"/>
    <p:sldLayoutId id="2147483997" r:id="rId18"/>
    <p:sldLayoutId id="2147483998" r:id="rId19"/>
    <p:sldLayoutId id="2147483999" r:id="rId20"/>
    <p:sldLayoutId id="2147484000" r:id="rId21"/>
    <p:sldLayoutId id="2147484001" r:id="rId22"/>
    <p:sldLayoutId id="2147484002" r:id="rId23"/>
    <p:sldLayoutId id="2147484003" r:id="rId24"/>
    <p:sldLayoutId id="2147484004" r:id="rId25"/>
    <p:sldLayoutId id="2147484005" r:id="rId26"/>
    <p:sldLayoutId id="2147484006" r:id="rId27"/>
    <p:sldLayoutId id="2147484007" r:id="rId28"/>
    <p:sldLayoutId id="2147484008" r:id="rId29"/>
    <p:sldLayoutId id="2147484009" r:id="rId30"/>
    <p:sldLayoutId id="2147484010" r:id="rId31"/>
    <p:sldLayoutId id="2147484011" r:id="rId32"/>
    <p:sldLayoutId id="2147484012" r:id="rId33"/>
    <p:sldLayoutId id="2147484013" r:id="rId34"/>
    <p:sldLayoutId id="2147484014" r:id="rId35"/>
    <p:sldLayoutId id="2147484015" r:id="rId36"/>
    <p:sldLayoutId id="2147484016" r:id="rId37"/>
    <p:sldLayoutId id="2147484017" r:id="rId38"/>
    <p:sldLayoutId id="2147484018" r:id="rId39"/>
    <p:sldLayoutId id="2147484019" r:id="rId40"/>
    <p:sldLayoutId id="2147484020" r:id="rId41"/>
    <p:sldLayoutId id="2147484021" r:id="rId42"/>
    <p:sldLayoutId id="2147484022" r:id="rId43"/>
    <p:sldLayoutId id="2147484023" r:id="rId44"/>
    <p:sldLayoutId id="2147484024" r:id="rId45"/>
    <p:sldLayoutId id="2147484025" r:id="rId46"/>
    <p:sldLayoutId id="2147484026" r:id="rId47"/>
    <p:sldLayoutId id="2147484027" r:id="rId48"/>
    <p:sldLayoutId id="2147484028" r:id="rId49"/>
    <p:sldLayoutId id="2147484029" r:id="rId50"/>
    <p:sldLayoutId id="2147484030" r:id="rId51"/>
    <p:sldLayoutId id="2147484031" r:id="rId52"/>
    <p:sldLayoutId id="2147484032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1FB9CD-CBF7-C634-8B2F-5E2490FDF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1723" y="4721290"/>
            <a:ext cx="8229600" cy="14555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tx2"/>
                </a:solidFill>
              </a:rPr>
              <a:t>Name</a:t>
            </a:r>
            <a:r>
              <a:rPr lang="en-US" sz="2000" b="1" dirty="0">
                <a:solidFill>
                  <a:schemeClr val="tx2"/>
                </a:solidFill>
              </a:rPr>
              <a:t>: THEMBELIHLE TILI NKOSI</a:t>
            </a:r>
            <a:br>
              <a:rPr lang="en-US" sz="2000" b="1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Student number</a:t>
            </a:r>
            <a:r>
              <a:rPr lang="en-US" sz="2000" b="1" dirty="0">
                <a:solidFill>
                  <a:schemeClr val="tx2"/>
                </a:solidFill>
              </a:rPr>
              <a:t>: 402313573</a:t>
            </a:r>
            <a:br>
              <a:rPr lang="en-US" sz="2000" b="1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Module</a:t>
            </a:r>
            <a:r>
              <a:rPr lang="en-US" sz="2000" b="1" dirty="0">
                <a:solidFill>
                  <a:schemeClr val="tx2"/>
                </a:solidFill>
              </a:rPr>
              <a:t>: MACHINE LEARNING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5C9BE093-E5B6-DA93-72FB-870FC733B4A2}"/>
              </a:ext>
            </a:extLst>
          </p:cNvPr>
          <p:cNvSpPr txBox="1">
            <a:spLocks/>
          </p:cNvSpPr>
          <p:nvPr/>
        </p:nvSpPr>
        <p:spPr>
          <a:xfrm>
            <a:off x="609600" y="758891"/>
            <a:ext cx="8229600" cy="36949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9600" b="0" kern="1200" spc="0" baseline="0" dirty="0">
                <a:solidFill>
                  <a:schemeClr val="tx1"/>
                </a:solidFill>
                <a:latin typeface="+mj-lt"/>
                <a:ea typeface="+mj-ea"/>
                <a:cs typeface="Biome" panose="020B0503030204020804" pitchFamily="34" charset="0"/>
              </a:defRPr>
            </a:lvl1pPr>
          </a:lstStyle>
          <a:p>
            <a:r>
              <a:rPr lang="en-ZA" dirty="0"/>
              <a:t>CREDIT RISK</a:t>
            </a:r>
            <a:br>
              <a:rPr lang="en-ZA" dirty="0"/>
            </a:br>
            <a:r>
              <a:rPr lang="en-ZA" dirty="0"/>
              <a:t>PREDICTION SYSTEM</a:t>
            </a: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45175-D007-C5CD-FD93-BDCE99788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9982201" cy="1355558"/>
          </a:xfrm>
        </p:spPr>
        <p:txBody>
          <a:bodyPr>
            <a:normAutofit/>
          </a:bodyPr>
          <a:lstStyle/>
          <a:p>
            <a:r>
              <a:rPr lang="en-ZA" sz="3200" b="1" dirty="0">
                <a:solidFill>
                  <a:schemeClr val="tx2"/>
                </a:solidFill>
              </a:rPr>
              <a:t>Problem Statement</a:t>
            </a:r>
            <a:br>
              <a:rPr lang="en-ZA" sz="3200" b="1" dirty="0">
                <a:solidFill>
                  <a:schemeClr val="tx2"/>
                </a:solidFill>
              </a:rPr>
            </a:br>
            <a:endParaRPr lang="en-ZA" sz="32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8054146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ac_SD_V5 (Prismatic Polygons).pptx" id="{B385A2A1-EF3F-4C3B-9DAC-1996EB6D3A54}" vid="{B3C5DF8C-E290-4834-9BBD-6D53C49DE7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{4032290B-160E-494F-9445-95F4AF33A32A}76eb6e63-359a-49aa-b46c-7c5b67ea33bb-TF1ddfefa5-03ef-44f0-b9f8-5e27349af6c5_win32</Template>
  <TotalTime>117</TotalTime>
  <Words>24</Words>
  <Application>Microsoft Office PowerPoint</Application>
  <PresentationFormat>Widescreen</PresentationFormat>
  <Paragraphs>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Light</vt:lpstr>
      <vt:lpstr>Arial</vt:lpstr>
      <vt:lpstr>Chamberi Super Display</vt:lpstr>
      <vt:lpstr>Prismatic polygons</vt:lpstr>
      <vt:lpstr>Name: THEMBELIHLE TILI NKOSI Student number: 402313573 Module: MACHINE LEARNING</vt:lpstr>
      <vt:lpstr>Problem Statement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Thembelihle Nkosi</dc:creator>
  <cp:lastModifiedBy>Thembelihle Nkosi</cp:lastModifiedBy>
  <cp:revision>1</cp:revision>
  <dcterms:created xsi:type="dcterms:W3CDTF">2026-08-31T07:42:20Z</dcterms:created>
  <dcterms:modified xsi:type="dcterms:W3CDTF">2026-08-31T09:39:35Z</dcterms:modified>
</cp:coreProperties>
</file>