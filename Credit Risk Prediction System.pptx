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79" r:id="rId1"/>
  </p:sldMasterIdLst>
  <p:notesMasterIdLst>
    <p:notesMasterId r:id="rId4"/>
  </p:notesMasterIdLst>
  <p:handoutMasterIdLst>
    <p:handoutMasterId r:id="rId5"/>
  </p:handoutMasterIdLst>
  <p:sldIdLst>
    <p:sldId id="260" r:id="rId2"/>
    <p:sldId id="261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F03DC37-C6E7-4D03-9B6A-5B1F4D882761}" v="2" dt="2026-08-31T08:35:15.8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8"/>
  </p:normalViewPr>
  <p:slideViewPr>
    <p:cSldViewPr snapToGrid="0" showGuides="1">
      <p:cViewPr varScale="1">
        <p:scale>
          <a:sx n="82" d="100"/>
          <a:sy n="82" d="100"/>
        </p:scale>
        <p:origin x="720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0" d="100"/>
        <a:sy n="120" d="100"/>
      </p:scale>
      <p:origin x="0" y="0"/>
    </p:cViewPr>
  </p:sorterViewPr>
  <p:notesViewPr>
    <p:cSldViewPr snapToGrid="0" showGuides="1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handoutMaster" Target="handoutMasters/handoutMaster1.xml"/><Relationship Id="rId10" Type="http://schemas.microsoft.com/office/2016/11/relationships/changesInfo" Target="changesInfos/changesInfo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embelihle Nkosi" userId="34acb82be647289d" providerId="LiveId" clId="{A75475CB-E90B-49A7-8916-1196816BF4F1}"/>
    <pc:docChg chg="undo custSel addSld modSld">
      <pc:chgData name="Thembelihle Nkosi" userId="34acb82be647289d" providerId="LiveId" clId="{A75475CB-E90B-49A7-8916-1196816BF4F1}" dt="2026-09-01T10:18:10.257" v="275" actId="14100"/>
      <pc:docMkLst>
        <pc:docMk/>
      </pc:docMkLst>
      <pc:sldChg chg="addSp delSp modSp mod">
        <pc:chgData name="Thembelihle Nkosi" userId="34acb82be647289d" providerId="LiveId" clId="{A75475CB-E90B-49A7-8916-1196816BF4F1}" dt="2026-09-01T10:18:10.257" v="275" actId="14100"/>
        <pc:sldMkLst>
          <pc:docMk/>
          <pc:sldMk cId="2329614230" sldId="260"/>
        </pc:sldMkLst>
        <pc:spChg chg="del mod">
          <ac:chgData name="Thembelihle Nkosi" userId="34acb82be647289d" providerId="LiveId" clId="{A75475CB-E90B-49A7-8916-1196816BF4F1}" dt="2026-09-01T10:17:54.735" v="273" actId="21"/>
          <ac:spMkLst>
            <pc:docMk/>
            <pc:sldMk cId="2329614230" sldId="260"/>
            <ac:spMk id="3" creationId="{F01FB9CD-CBF7-C634-8B2F-5E2490FDF9F0}"/>
          </ac:spMkLst>
        </pc:spChg>
        <pc:spChg chg="add del mod">
          <ac:chgData name="Thembelihle Nkosi" userId="34acb82be647289d" providerId="LiveId" clId="{A75475CB-E90B-49A7-8916-1196816BF4F1}" dt="2026-09-01T10:18:01.794" v="274" actId="21"/>
          <ac:spMkLst>
            <pc:docMk/>
            <pc:sldMk cId="2329614230" sldId="260"/>
            <ac:spMk id="4" creationId="{1FBDF25C-ACB6-0A9E-3317-64B27F1922D0}"/>
          </ac:spMkLst>
        </pc:spChg>
        <pc:spChg chg="add mod">
          <ac:chgData name="Thembelihle Nkosi" userId="34acb82be647289d" providerId="LiveId" clId="{A75475CB-E90B-49A7-8916-1196816BF4F1}" dt="2026-09-01T10:18:10.257" v="275" actId="14100"/>
          <ac:spMkLst>
            <pc:docMk/>
            <pc:sldMk cId="2329614230" sldId="260"/>
            <ac:spMk id="6" creationId="{5C9BE093-E5B6-DA93-72FB-870FC733B4A2}"/>
          </ac:spMkLst>
        </pc:spChg>
      </pc:sldChg>
      <pc:sldChg chg="addSp delSp modSp new mod modClrScheme chgLayout">
        <pc:chgData name="Thembelihle Nkosi" userId="34acb82be647289d" providerId="LiveId" clId="{A75475CB-E90B-49A7-8916-1196816BF4F1}" dt="2026-08-31T08:34:11.940" v="50"/>
        <pc:sldMkLst>
          <pc:docMk/>
          <pc:sldMk cId="838054146" sldId="261"/>
        </pc:sldMkLst>
        <pc:spChg chg="mod">
          <ac:chgData name="Thembelihle Nkosi" userId="34acb82be647289d" providerId="LiveId" clId="{A75475CB-E90B-49A7-8916-1196816BF4F1}" dt="2026-08-31T07:53:18.134" v="45" actId="27636"/>
          <ac:spMkLst>
            <pc:docMk/>
            <pc:sldMk cId="838054146" sldId="261"/>
            <ac:spMk id="2" creationId="{D4445175-D007-C5CD-FD93-BDCE99788073}"/>
          </ac:spMkLst>
        </pc:spChg>
        <pc:spChg chg="add del mod">
          <ac:chgData name="Thembelihle Nkosi" userId="34acb82be647289d" providerId="LiveId" clId="{A75475CB-E90B-49A7-8916-1196816BF4F1}" dt="2026-08-31T08:34:11.940" v="50"/>
          <ac:spMkLst>
            <pc:docMk/>
            <pc:sldMk cId="838054146" sldId="261"/>
            <ac:spMk id="3" creationId="{405BABCB-B116-4A70-293C-2E7D17E1BB6F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FFB14B2-CD52-9E84-B3E7-49A90F3A72A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DAE5F9-C39F-2ECF-0C06-D0122807D4B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23FF85-4E34-4546-B772-76DFA4A6051B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7F3243-F9C0-85BE-2E9C-191F612CFE8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EBE2E3-8654-B63F-B7D6-9549069476A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BF7180-4EDD-4E08-9775-7398C11D66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143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5CC398-6116-4BD2-9FAD-9822FDA158BE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EFF46E-6B43-41F9-9272-B566D03A25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4409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8266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C9D2B7C3-93C4-3719-D2A9-FBE9AFC2AC0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94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2054227"/>
            <a:ext cx="8229600" cy="472757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96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457200"/>
            <a:ext cx="3424518" cy="1139825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20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" y="76200"/>
            <a:ext cx="1295400" cy="381000"/>
          </a:xfrm>
        </p:spPr>
        <p:txBody>
          <a:bodyPr/>
          <a:lstStyle/>
          <a:p>
            <a:fld id="{B3CFBE15-E4BE-4B42-AEEE-ED6C6B9CFCE2}" type="datetime1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885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6D8A5A2A-9561-6566-F92F-F70D32882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90128"/>
            <a:ext cx="11277599" cy="9144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" y="76200"/>
            <a:ext cx="1295400" cy="381000"/>
          </a:xfrm>
        </p:spPr>
        <p:txBody>
          <a:bodyPr/>
          <a:lstStyle/>
          <a:p>
            <a:fld id="{94040C0B-3638-F744-9F98-D66CEC428329}" type="datetime1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F542A43-84A6-50F4-C658-B1BBDDAD8C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61728"/>
            <a:ext cx="11277599" cy="45390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2904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05031BA-FE29-1272-03FA-2B84A991745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-1094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5257800"/>
            <a:ext cx="11277600" cy="685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1" y="6019799"/>
            <a:ext cx="11277598" cy="38100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lang="en-US" sz="20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9EF7764-3766-AD43-917F-3181D2483C36}" type="datetime1">
              <a:rPr lang="en-US" smtClean="0"/>
              <a:t>9/1/2026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7071A80C-9405-B736-DA8E-7C6B87617DC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57200" y="457199"/>
            <a:ext cx="11274552" cy="4572001"/>
          </a:xfr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BC820F-C031-6832-5CA0-B972903E0D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6071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3E88507-42ED-EBB5-0C22-CA3A46666A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3052" y="3175"/>
            <a:ext cx="12186353" cy="6854823"/>
          </a:xfrm>
          <a:custGeom>
            <a:avLst/>
            <a:gdLst>
              <a:gd name="csX0" fmla="*/ 0 w 12186355"/>
              <a:gd name="csY0" fmla="*/ 0 h 6854824"/>
              <a:gd name="csX1" fmla="*/ 12186355 w 12186355"/>
              <a:gd name="csY1" fmla="*/ 0 h 6854824"/>
              <a:gd name="csX2" fmla="*/ 12186355 w 12186355"/>
              <a:gd name="csY2" fmla="*/ 454025 h 6854824"/>
              <a:gd name="csX3" fmla="*/ 4798004 w 12186355"/>
              <a:gd name="csY3" fmla="*/ 454025 h 6854824"/>
              <a:gd name="csX4" fmla="*/ 4798004 w 12186355"/>
              <a:gd name="csY4" fmla="*/ 6397625 h 6854824"/>
              <a:gd name="csX5" fmla="*/ 12186355 w 12186355"/>
              <a:gd name="csY5" fmla="*/ 6397625 h 6854824"/>
              <a:gd name="csX6" fmla="*/ 12186355 w 12186355"/>
              <a:gd name="csY6" fmla="*/ 6854824 h 6854824"/>
              <a:gd name="csX7" fmla="*/ 0 w 12186355"/>
              <a:gd name="csY7" fmla="*/ 6854824 h 68548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5" h="6854824">
                <a:moveTo>
                  <a:pt x="0" y="0"/>
                </a:moveTo>
                <a:lnTo>
                  <a:pt x="12186355" y="0"/>
                </a:lnTo>
                <a:lnTo>
                  <a:pt x="12186355" y="454025"/>
                </a:lnTo>
                <a:lnTo>
                  <a:pt x="4798004" y="454025"/>
                </a:lnTo>
                <a:lnTo>
                  <a:pt x="4798004" y="6397625"/>
                </a:lnTo>
                <a:lnTo>
                  <a:pt x="12186355" y="6397625"/>
                </a:lnTo>
                <a:lnTo>
                  <a:pt x="12186355" y="6854824"/>
                </a:lnTo>
                <a:lnTo>
                  <a:pt x="0" y="6854824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457200"/>
            <a:ext cx="3886198" cy="451397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8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199" y="5425200"/>
            <a:ext cx="3886200" cy="97560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20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6200" y="76201"/>
            <a:ext cx="1295400" cy="380999"/>
          </a:xfrm>
        </p:spPr>
        <p:txBody>
          <a:bodyPr/>
          <a:lstStyle/>
          <a:p>
            <a:fld id="{BD2E1884-4CA3-F14A-A3FE-9D94D32D34BF}" type="datetime1">
              <a:rPr lang="en-US" smtClean="0"/>
              <a:t>9/1/2026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096000" y="76202"/>
            <a:ext cx="6019800" cy="365124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9B516699-87B0-CAF3-CAD8-AA40FF750A2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94950" y="457200"/>
            <a:ext cx="7388352" cy="5943600"/>
          </a:xfr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820400" y="6416675"/>
            <a:ext cx="1295400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1245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FA396DB-37C9-E6F8-96EC-A98E7090367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V="1">
            <a:off x="5649" y="3174"/>
            <a:ext cx="12186352" cy="6854823"/>
          </a:xfrm>
          <a:custGeom>
            <a:avLst/>
            <a:gdLst>
              <a:gd name="csX0" fmla="*/ 0 w 12186353"/>
              <a:gd name="csY0" fmla="*/ 6854824 h 6854824"/>
              <a:gd name="csX1" fmla="*/ 12186353 w 12186353"/>
              <a:gd name="csY1" fmla="*/ 6854824 h 6854824"/>
              <a:gd name="csX2" fmla="*/ 12186353 w 12186353"/>
              <a:gd name="csY2" fmla="*/ 0 h 6854824"/>
              <a:gd name="csX3" fmla="*/ 0 w 12186353"/>
              <a:gd name="csY3" fmla="*/ 0 h 6854824"/>
              <a:gd name="csX4" fmla="*/ 0 w 12186353"/>
              <a:gd name="csY4" fmla="*/ 457198 h 6854824"/>
              <a:gd name="csX5" fmla="*/ 7418624 w 12186353"/>
              <a:gd name="csY5" fmla="*/ 457198 h 6854824"/>
              <a:gd name="csX6" fmla="*/ 7418624 w 12186353"/>
              <a:gd name="csY6" fmla="*/ 6400798 h 6854824"/>
              <a:gd name="csX7" fmla="*/ 0 w 12186353"/>
              <a:gd name="csY7" fmla="*/ 6400798 h 68548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3" h="6854824">
                <a:moveTo>
                  <a:pt x="0" y="6854824"/>
                </a:moveTo>
                <a:lnTo>
                  <a:pt x="12186353" y="6854824"/>
                </a:lnTo>
                <a:lnTo>
                  <a:pt x="12186353" y="0"/>
                </a:lnTo>
                <a:lnTo>
                  <a:pt x="0" y="0"/>
                </a:lnTo>
                <a:lnTo>
                  <a:pt x="0" y="457198"/>
                </a:lnTo>
                <a:lnTo>
                  <a:pt x="7418624" y="457198"/>
                </a:lnTo>
                <a:lnTo>
                  <a:pt x="7418624" y="6400798"/>
                </a:lnTo>
                <a:lnTo>
                  <a:pt x="0" y="6400798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18702" y="1856835"/>
            <a:ext cx="3816098" cy="304827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18702" y="5362310"/>
            <a:ext cx="3816098" cy="1026767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00000"/>
              </a:lnSpc>
              <a:buNone/>
              <a:defRPr lang="en-US" sz="20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" y="76201"/>
            <a:ext cx="1295400" cy="380999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3DCB9363-2EBD-E747-A181-1D3A08C65245}" type="datetime1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76201"/>
            <a:ext cx="6019800" cy="380999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Picture Placeholder 13">
            <a:extLst>
              <a:ext uri="{FF2B5EF4-FFF2-40B4-BE49-F238E27FC236}">
                <a16:creationId xmlns:a16="http://schemas.microsoft.com/office/drawing/2014/main" id="{29ACD8CA-973C-C07A-B4B5-1C33BD62674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" y="457200"/>
            <a:ext cx="7424272" cy="5943600"/>
          </a:xfrm>
          <a:custGeom>
            <a:avLst/>
            <a:gdLst>
              <a:gd name="connsiteX0" fmla="*/ 0 w 7195675"/>
              <a:gd name="connsiteY0" fmla="*/ 0 h 6858000"/>
              <a:gd name="connsiteX1" fmla="*/ 7195675 w 7195675"/>
              <a:gd name="connsiteY1" fmla="*/ 0 h 6858000"/>
              <a:gd name="connsiteX2" fmla="*/ 7195675 w 7195675"/>
              <a:gd name="connsiteY2" fmla="*/ 6858000 h 6858000"/>
              <a:gd name="connsiteX3" fmla="*/ 0 w 71956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95675" h="6858000">
                <a:moveTo>
                  <a:pt x="0" y="0"/>
                </a:moveTo>
                <a:lnTo>
                  <a:pt x="7195675" y="0"/>
                </a:lnTo>
                <a:lnTo>
                  <a:pt x="7195675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6659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31CBD8CA-F53F-CFB6-D102-6C4CA833B8E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3" cy="685482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457200"/>
            <a:ext cx="8229600" cy="541468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96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5943599"/>
            <a:ext cx="10896600" cy="461681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" y="87593"/>
            <a:ext cx="914400" cy="365125"/>
          </a:xfrm>
        </p:spPr>
        <p:txBody>
          <a:bodyPr/>
          <a:lstStyle/>
          <a:p>
            <a:fld id="{A43625EB-9CE7-FE4A-962B-ADA6590F06B0}" type="datetime1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10395" y="87593"/>
            <a:ext cx="280540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6400800"/>
            <a:ext cx="762000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5803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D933488-440B-D134-7B68-A14A7114C1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3" cy="68548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17588" y="457200"/>
            <a:ext cx="8723871" cy="4419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67100" y="5483226"/>
            <a:ext cx="5257800" cy="917574"/>
          </a:xfrm>
        </p:spPr>
        <p:txBody>
          <a:bodyPr anchor="b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0F305-9E38-2F43-A154-0A13A54C557F}" type="datetime1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696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D933488-440B-D134-7B68-A14A7114C1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DDDC27D1-1506-B7FD-BBD8-570878A44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7380952" cy="6277097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95354" y="457200"/>
            <a:ext cx="3439445" cy="2971800"/>
          </a:xfrm>
        </p:spPr>
        <p:txBody>
          <a:bodyPr anchor="t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58CAE-C0F2-B346-BD4B-417B70F2F6EB}" type="datetime1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032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B2BFDAB-1042-6B32-CEEF-4E400B77CFC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3174"/>
            <a:ext cx="12192002" cy="6854824"/>
          </a:xfrm>
          <a:custGeom>
            <a:avLst/>
            <a:gdLst>
              <a:gd name="csX0" fmla="*/ 0 w 5650525"/>
              <a:gd name="csY0" fmla="*/ 0 h 6854824"/>
              <a:gd name="csX1" fmla="*/ 5650525 w 5650525"/>
              <a:gd name="csY1" fmla="*/ 0 h 6854824"/>
              <a:gd name="csX2" fmla="*/ 5650525 w 5650525"/>
              <a:gd name="csY2" fmla="*/ 6854824 h 6854824"/>
              <a:gd name="csX3" fmla="*/ 0 w 5650525"/>
              <a:gd name="csY3" fmla="*/ 6854824 h 68548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650525" h="6854824">
                <a:moveTo>
                  <a:pt x="0" y="0"/>
                </a:moveTo>
                <a:lnTo>
                  <a:pt x="5650525" y="0"/>
                </a:lnTo>
                <a:lnTo>
                  <a:pt x="5650525" y="6854824"/>
                </a:lnTo>
                <a:lnTo>
                  <a:pt x="0" y="6854824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199" y="457200"/>
            <a:ext cx="7845553" cy="61722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6000" dirty="0"/>
            </a:lvl1pPr>
          </a:lstStyle>
          <a:p>
            <a:pPr lvl="0"/>
            <a:r>
              <a:rPr lang="en-US"/>
              <a:t>Section Header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1" y="76201"/>
            <a:ext cx="914400" cy="381000"/>
          </a:xfrm>
        </p:spPr>
        <p:txBody>
          <a:bodyPr/>
          <a:lstStyle/>
          <a:p>
            <a:fld id="{51EF5BDB-72C5-6C45-B365-DB2A3AA7E4EB}" type="datetime1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76201"/>
            <a:ext cx="6019800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6400800"/>
            <a:ext cx="762000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82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5515063-D727-8995-60D3-02623A7C2AF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199" y="457200"/>
            <a:ext cx="9982201" cy="61722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6000" dirty="0"/>
            </a:lvl1pPr>
          </a:lstStyle>
          <a:p>
            <a:pPr lvl="0"/>
            <a:r>
              <a:rPr lang="en-US"/>
              <a:t>Section Header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1" y="76201"/>
            <a:ext cx="914400" cy="381000"/>
          </a:xfrm>
        </p:spPr>
        <p:txBody>
          <a:bodyPr/>
          <a:lstStyle/>
          <a:p>
            <a:fld id="{FF6B260B-9C30-8041-A127-55431CED219C}" type="datetime1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76201"/>
            <a:ext cx="6019800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6400800"/>
            <a:ext cx="762000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3427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0E223EA-E781-514C-FE24-98349C5AF91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custGeom>
            <a:avLst/>
            <a:gdLst>
              <a:gd name="csX0" fmla="*/ 0 w 6386732"/>
              <a:gd name="csY0" fmla="*/ 0 h 6858000"/>
              <a:gd name="csX1" fmla="*/ 6386732 w 6386732"/>
              <a:gd name="csY1" fmla="*/ 0 h 6858000"/>
              <a:gd name="csX2" fmla="*/ 6386732 w 6386732"/>
              <a:gd name="csY2" fmla="*/ 6858000 h 6858000"/>
              <a:gd name="csX3" fmla="*/ 0 w 6386732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386732" h="6858000">
                <a:moveTo>
                  <a:pt x="0" y="0"/>
                </a:moveTo>
                <a:lnTo>
                  <a:pt x="6386732" y="0"/>
                </a:lnTo>
                <a:lnTo>
                  <a:pt x="6386732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4200" y="457200"/>
            <a:ext cx="4800600" cy="2540756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FFE14-963B-F240-A047-D4733954729E}" type="datetime1">
              <a:rPr lang="en-US" smtClean="0"/>
              <a:t>9/1/2026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934200" y="3455158"/>
            <a:ext cx="4800600" cy="2945641"/>
          </a:xfrm>
        </p:spPr>
        <p:txBody>
          <a:bodyPr>
            <a:normAutofit/>
          </a:bodyPr>
          <a:lstStyle>
            <a:lvl1pPr marL="457200" indent="-4572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1pPr>
            <a:lvl2pPr marL="685800" indent="-4572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2pPr>
            <a:lvl3pPr marL="800100" indent="-3429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3pPr>
            <a:lvl4pPr marL="1028700" indent="-3429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4pPr>
            <a:lvl5pPr marL="1257300" indent="-3429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3381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A6842E55-F2D0-924E-CEFB-721E6B52AAD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8718468" cy="2540756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70E42-D83C-0945-8790-6453F9081E20}" type="datetime1">
              <a:rPr lang="en-US" smtClean="0"/>
              <a:t>9/1/2026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3455158"/>
            <a:ext cx="8718468" cy="2945641"/>
          </a:xfrm>
        </p:spPr>
        <p:txBody>
          <a:bodyPr>
            <a:normAutofit/>
          </a:bodyPr>
          <a:lstStyle>
            <a:lvl1pPr marL="457200" indent="-4572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1pPr>
            <a:lvl2pPr marL="685800" indent="-4572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2pPr>
            <a:lvl3pPr marL="800100" indent="-3429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3pPr>
            <a:lvl4pPr marL="1028700" indent="-3429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4pPr>
            <a:lvl5pPr marL="1257300" indent="-3429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4547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FEFDED5-938A-286B-8D7B-122F48C83FF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custGeom>
            <a:avLst/>
            <a:gdLst>
              <a:gd name="csX0" fmla="*/ 0 w 12192000"/>
              <a:gd name="csY0" fmla="*/ 0 h 6858000"/>
              <a:gd name="csX1" fmla="*/ 12192000 w 12192000"/>
              <a:gd name="csY1" fmla="*/ 0 h 6858000"/>
              <a:gd name="csX2" fmla="*/ 12192000 w 12192000"/>
              <a:gd name="csY2" fmla="*/ 457200 h 6858000"/>
              <a:gd name="csX3" fmla="*/ 5715000 w 12192000"/>
              <a:gd name="csY3" fmla="*/ 457200 h 6858000"/>
              <a:gd name="csX4" fmla="*/ 5715000 w 12192000"/>
              <a:gd name="csY4" fmla="*/ 6400800 h 6858000"/>
              <a:gd name="csX5" fmla="*/ 12192000 w 12192000"/>
              <a:gd name="csY5" fmla="*/ 6400800 h 6858000"/>
              <a:gd name="csX6" fmla="*/ 12192000 w 12192000"/>
              <a:gd name="csY6" fmla="*/ 6858000 h 6858000"/>
              <a:gd name="csX7" fmla="*/ 0 w 12192000"/>
              <a:gd name="csY7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457200"/>
                </a:lnTo>
                <a:lnTo>
                  <a:pt x="5715000" y="457200"/>
                </a:lnTo>
                <a:lnTo>
                  <a:pt x="5715000" y="6400800"/>
                </a:lnTo>
                <a:lnTo>
                  <a:pt x="12192000" y="640080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4800600" cy="2540758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4B53C-24D5-7E4A-A014-94F398D5C635}" type="datetime1">
              <a:rPr lang="en-US" smtClean="0"/>
              <a:t>9/1/2026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3455158"/>
            <a:ext cx="4800601" cy="2945642"/>
          </a:xfrm>
        </p:spPr>
        <p:txBody>
          <a:bodyPr>
            <a:normAutofit/>
          </a:bodyPr>
          <a:lstStyle>
            <a:lvl1pPr marL="457200" indent="-4572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1pPr>
            <a:lvl2pPr marL="685800" indent="-4572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2pPr>
            <a:lvl3pPr marL="800100" indent="-3429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3pPr>
            <a:lvl4pPr marL="1028700" indent="-3429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4pPr>
            <a:lvl5pPr marL="1257300" indent="-3429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CF711452-E8CD-4198-878F-62016D1DDAA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715000" y="457200"/>
            <a:ext cx="6480048" cy="5943600"/>
          </a:xfrm>
          <a:blipFill dpi="0" rotWithShape="1"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8913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E04AEF0-FD49-9901-2650-A660E32BBD0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 flipV="1">
            <a:off x="5649" y="3174"/>
            <a:ext cx="12186352" cy="6854823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1559CC2E-67E0-CD45-1923-3D29474D2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4200" y="510298"/>
            <a:ext cx="4800600" cy="3381766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3D06D-70B8-D14B-A67C-9271374366C3}" type="datetime1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1" name="Content Placeholder 11">
            <a:extLst>
              <a:ext uri="{FF2B5EF4-FFF2-40B4-BE49-F238E27FC236}">
                <a16:creationId xmlns:a16="http://schemas.microsoft.com/office/drawing/2014/main" id="{7EBA0937-B41B-914E-2AAC-46E2E3534AD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934200" y="4343400"/>
            <a:ext cx="4800600" cy="2057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5406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6C589F9-B5E9-4B33-8105-9AC2FFA5989C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CB78262B-02D6-47C9-67D0-07D0F3357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908537"/>
            <a:ext cx="4800600" cy="2983527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E1D74-C13D-F14A-9B9E-EB7933559C88}" type="datetime1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DBB5A5D-0276-D53B-63DA-FE8A52528AC6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57200" y="4343400"/>
            <a:ext cx="4800600" cy="2057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5019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784CEF6-557E-9804-CC9A-89809A5FF7C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V="1">
            <a:off x="5649" y="3174"/>
            <a:ext cx="12186352" cy="68548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600200"/>
            <a:ext cx="3657600" cy="3657600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" y="76200"/>
            <a:ext cx="1447800" cy="381000"/>
          </a:xfrm>
        </p:spPr>
        <p:txBody>
          <a:bodyPr/>
          <a:lstStyle/>
          <a:p>
            <a:fld id="{04FB7707-CCB1-0246-9925-E5DB223369A7}" type="datetime1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847EA967-03AF-58FD-4A3C-C4F2DD0449F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05400" y="1600200"/>
            <a:ext cx="5565663" cy="3657600"/>
          </a:xfrm>
        </p:spPr>
        <p:txBody>
          <a:bodyPr anchor="ctr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b="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9076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A0BAAE26-8B0A-A488-121D-8BF5642E9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86993"/>
            <a:ext cx="3657600" cy="4083579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" y="76200"/>
            <a:ext cx="1447800" cy="381000"/>
          </a:xfrm>
        </p:spPr>
        <p:txBody>
          <a:bodyPr/>
          <a:lstStyle/>
          <a:p>
            <a:fld id="{AE76B46A-8201-CC4A-8088-50255B4B9D0D}" type="datetime1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05400" y="1386993"/>
            <a:ext cx="6629400" cy="4083579"/>
          </a:xfrm>
        </p:spPr>
        <p:txBody>
          <a:bodyPr anchor="ctr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b="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19667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960BFB7-1A46-3D6C-10AE-175CE77B8E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86993"/>
            <a:ext cx="3657600" cy="4083579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" y="76200"/>
            <a:ext cx="1447800" cy="381000"/>
          </a:xfrm>
        </p:spPr>
        <p:txBody>
          <a:bodyPr/>
          <a:lstStyle/>
          <a:p>
            <a:fld id="{0F2D9860-67F8-974D-8794-2C5A1B3DA504}" type="datetime1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05400" y="1050111"/>
            <a:ext cx="6629400" cy="4940661"/>
          </a:xfrm>
        </p:spPr>
        <p:txBody>
          <a:bodyPr anchor="ctr"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53512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EDB91743-0D30-2350-EB44-06EFA20D93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86993"/>
            <a:ext cx="3657600" cy="4083579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" y="76200"/>
            <a:ext cx="1447800" cy="381000"/>
          </a:xfrm>
        </p:spPr>
        <p:txBody>
          <a:bodyPr/>
          <a:lstStyle/>
          <a:p>
            <a:fld id="{8351A969-2D26-4F49-AF79-EF4D76632F71}" type="datetime1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02E3AAFD-6A60-1D0B-28FF-0B5CB92D6A3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05400" y="457200"/>
            <a:ext cx="6629400" cy="5943600"/>
          </a:xfrm>
        </p:spPr>
        <p:txBody>
          <a:bodyPr anchor="ctr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b="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65497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D313C0D-237C-145D-6D99-0704931ED3D9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custGeom>
            <a:avLst/>
            <a:gdLst>
              <a:gd name="csX0" fmla="*/ 0 w 12186352"/>
              <a:gd name="csY0" fmla="*/ 0 h 6854823"/>
              <a:gd name="csX1" fmla="*/ 12186352 w 12186352"/>
              <a:gd name="csY1" fmla="*/ 0 h 6854823"/>
              <a:gd name="csX2" fmla="*/ 12186352 w 12186352"/>
              <a:gd name="csY2" fmla="*/ 454026 h 6854823"/>
              <a:gd name="csX3" fmla="*/ 3827047 w 12186352"/>
              <a:gd name="csY3" fmla="*/ 454026 h 6854823"/>
              <a:gd name="csX4" fmla="*/ 3827047 w 12186352"/>
              <a:gd name="csY4" fmla="*/ 6397626 h 6854823"/>
              <a:gd name="csX5" fmla="*/ 12186352 w 12186352"/>
              <a:gd name="csY5" fmla="*/ 6397626 h 6854823"/>
              <a:gd name="csX6" fmla="*/ 12186352 w 12186352"/>
              <a:gd name="csY6" fmla="*/ 6854823 h 6854823"/>
              <a:gd name="csX7" fmla="*/ 0 w 12186352"/>
              <a:gd name="csY7" fmla="*/ 68548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0" y="0"/>
                </a:moveTo>
                <a:lnTo>
                  <a:pt x="12186352" y="0"/>
                </a:lnTo>
                <a:lnTo>
                  <a:pt x="12186352" y="454026"/>
                </a:lnTo>
                <a:lnTo>
                  <a:pt x="3827047" y="454026"/>
                </a:lnTo>
                <a:lnTo>
                  <a:pt x="3827047" y="6397626"/>
                </a:lnTo>
                <a:lnTo>
                  <a:pt x="12186352" y="6397626"/>
                </a:lnTo>
                <a:lnTo>
                  <a:pt x="12186352" y="6854823"/>
                </a:lnTo>
                <a:lnTo>
                  <a:pt x="0" y="68548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102" y="457200"/>
            <a:ext cx="2887123" cy="2514601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" y="76201"/>
            <a:ext cx="1295400" cy="380999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383FCCD6-08E9-5F43-B78A-D6D06FA7D888}" type="datetime1">
              <a:rPr lang="en-US" smtClean="0"/>
              <a:t>9/1/2026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76201"/>
            <a:ext cx="6019800" cy="380999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983E9A5C-C933-60D2-BA0B-5D63E2467D6A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92102" y="3429000"/>
            <a:ext cx="2887123" cy="2971799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74DB69AA-A231-8C00-D853-CD5E094B068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832696" y="457200"/>
            <a:ext cx="8359305" cy="59436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20400" y="6400799"/>
            <a:ext cx="1295400" cy="381001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581583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7314FBE-6941-996E-732C-BE9042D03FAC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custGeom>
            <a:avLst/>
            <a:gdLst>
              <a:gd name="csX0" fmla="*/ 451551 w 12186352"/>
              <a:gd name="csY0" fmla="*/ 454026 h 6854823"/>
              <a:gd name="csX1" fmla="*/ 451551 w 12186352"/>
              <a:gd name="csY1" fmla="*/ 4568825 h 6854823"/>
              <a:gd name="csX2" fmla="*/ 11729151 w 12186352"/>
              <a:gd name="csY2" fmla="*/ 4568825 h 6854823"/>
              <a:gd name="csX3" fmla="*/ 11729151 w 12186352"/>
              <a:gd name="csY3" fmla="*/ 454026 h 6854823"/>
              <a:gd name="csX4" fmla="*/ 0 w 12186352"/>
              <a:gd name="csY4" fmla="*/ 0 h 6854823"/>
              <a:gd name="csX5" fmla="*/ 12186352 w 12186352"/>
              <a:gd name="csY5" fmla="*/ 0 h 6854823"/>
              <a:gd name="csX6" fmla="*/ 12186352 w 12186352"/>
              <a:gd name="csY6" fmla="*/ 6854823 h 6854823"/>
              <a:gd name="csX7" fmla="*/ 0 w 12186352"/>
              <a:gd name="csY7" fmla="*/ 68548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451551" y="454026"/>
                </a:moveTo>
                <a:lnTo>
                  <a:pt x="451551" y="4568825"/>
                </a:lnTo>
                <a:lnTo>
                  <a:pt x="11729151" y="4568825"/>
                </a:lnTo>
                <a:lnTo>
                  <a:pt x="11729151" y="454026"/>
                </a:lnTo>
                <a:close/>
                <a:moveTo>
                  <a:pt x="0" y="0"/>
                </a:moveTo>
                <a:lnTo>
                  <a:pt x="12186352" y="0"/>
                </a:lnTo>
                <a:lnTo>
                  <a:pt x="12186352" y="6854823"/>
                </a:lnTo>
                <a:lnTo>
                  <a:pt x="0" y="68548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029201"/>
            <a:ext cx="3810000" cy="137160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752D2-CCDE-DA48-AA88-B770548F7575}" type="datetime1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4D0830D9-CC27-C2C3-C727-D0E6E595B28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7200" y="457200"/>
            <a:ext cx="11277600" cy="4114799"/>
          </a:xfrm>
          <a:blipFill dpi="0" rotWithShape="1"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18751" y="5029200"/>
            <a:ext cx="7016048" cy="137160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dirty="0"/>
            </a:lvl1pPr>
            <a:lvl2pPr marL="228600" indent="0">
              <a:lnSpc>
                <a:spcPct val="100000"/>
              </a:lnSpc>
              <a:spcBef>
                <a:spcPts val="0"/>
              </a:spcBef>
              <a:buNone/>
              <a:defRPr lang="en-US" dirty="0"/>
            </a:lvl2pPr>
            <a:lvl3pPr marL="457200" indent="0">
              <a:lnSpc>
                <a:spcPct val="100000"/>
              </a:lnSpc>
              <a:spcBef>
                <a:spcPts val="0"/>
              </a:spcBef>
              <a:buNone/>
              <a:defRPr lang="en-US" dirty="0"/>
            </a:lvl3pPr>
            <a:lvl4pPr marL="685800" indent="0">
              <a:lnSpc>
                <a:spcPct val="100000"/>
              </a:lnSpc>
              <a:spcBef>
                <a:spcPts val="0"/>
              </a:spcBef>
              <a:buNone/>
              <a:defRPr lang="en-US" dirty="0"/>
            </a:lvl4pPr>
            <a:lvl5pPr marL="914400" indent="0">
              <a:lnSpc>
                <a:spcPct val="100000"/>
              </a:lnSpc>
              <a:spcBef>
                <a:spcPts val="0"/>
              </a:spcBef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09074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3CB3BA5-C3CC-30C6-920A-AFE4D14AF261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5648" y="3177"/>
            <a:ext cx="12186352" cy="6854823"/>
          </a:xfrm>
          <a:custGeom>
            <a:avLst/>
            <a:gdLst>
              <a:gd name="csX0" fmla="*/ 12186352 w 12186352"/>
              <a:gd name="csY0" fmla="*/ 0 h 6854823"/>
              <a:gd name="csX1" fmla="*/ 0 w 12186352"/>
              <a:gd name="csY1" fmla="*/ 0 h 6854823"/>
              <a:gd name="csX2" fmla="*/ 0 w 12186352"/>
              <a:gd name="csY2" fmla="*/ 6854823 h 6854823"/>
              <a:gd name="csX3" fmla="*/ 12186352 w 12186352"/>
              <a:gd name="csY3" fmla="*/ 6854823 h 6854823"/>
              <a:gd name="csX4" fmla="*/ 12186352 w 12186352"/>
              <a:gd name="csY4" fmla="*/ 6397623 h 6854823"/>
              <a:gd name="csX5" fmla="*/ 4761059 w 12186352"/>
              <a:gd name="csY5" fmla="*/ 6397623 h 6854823"/>
              <a:gd name="csX6" fmla="*/ 4761059 w 12186352"/>
              <a:gd name="csY6" fmla="*/ 454023 h 6854823"/>
              <a:gd name="csX7" fmla="*/ 12186352 w 12186352"/>
              <a:gd name="csY7" fmla="*/ 4540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12186352" y="0"/>
                </a:moveTo>
                <a:lnTo>
                  <a:pt x="0" y="0"/>
                </a:lnTo>
                <a:lnTo>
                  <a:pt x="0" y="6854823"/>
                </a:lnTo>
                <a:lnTo>
                  <a:pt x="12186352" y="6854823"/>
                </a:lnTo>
                <a:lnTo>
                  <a:pt x="12186352" y="6397623"/>
                </a:lnTo>
                <a:lnTo>
                  <a:pt x="4761059" y="6397623"/>
                </a:lnTo>
                <a:lnTo>
                  <a:pt x="4761059" y="454023"/>
                </a:lnTo>
                <a:lnTo>
                  <a:pt x="12186352" y="454023"/>
                </a:lnTo>
                <a:close/>
              </a:path>
            </a:pathLst>
          </a:cu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1B804614-19A7-C141-7231-844689471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0964" y="457200"/>
            <a:ext cx="3843837" cy="1710063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30915B74-DE73-85C6-5754-84F12F96E928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6200" y="76200"/>
            <a:ext cx="1295401" cy="381000"/>
          </a:xfrm>
        </p:spPr>
        <p:txBody>
          <a:bodyPr/>
          <a:lstStyle/>
          <a:p>
            <a:fld id="{2E2458BC-FE32-0A45-9DD7-ED7D64447D19}" type="datetime1">
              <a:rPr lang="en-US" smtClean="0"/>
              <a:t>9/1/2026</a:t>
            </a:fld>
            <a:endParaRPr lang="en-US" dirty="0"/>
          </a:p>
        </p:txBody>
      </p:sp>
      <p:sp>
        <p:nvSpPr>
          <p:cNvPr id="6" name="Footer Placeholder 8">
            <a:extLst>
              <a:ext uri="{FF2B5EF4-FFF2-40B4-BE49-F238E27FC236}">
                <a16:creationId xmlns:a16="http://schemas.microsoft.com/office/drawing/2014/main" id="{AF0EABC9-86BA-DDCF-A091-AB6C3E9C93F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096000" y="76200"/>
            <a:ext cx="6019800" cy="38404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B4F324D2-4F52-DFB7-CF7C-C3182974B46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457200"/>
            <a:ext cx="7430940" cy="5943600"/>
          </a:xfr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C8445A35-FB03-D828-D87E-A268F3E1E0A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890964" y="2624462"/>
            <a:ext cx="3843837" cy="3776337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Slide Number Placeholder 9">
            <a:extLst>
              <a:ext uri="{FF2B5EF4-FFF2-40B4-BE49-F238E27FC236}">
                <a16:creationId xmlns:a16="http://schemas.microsoft.com/office/drawing/2014/main" id="{C5C69391-C5F6-E4C0-A8D2-D378757ACC4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820400" y="6400800"/>
            <a:ext cx="1295399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608221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078C312-FD23-D608-5B72-5DB439895604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custGeom>
            <a:avLst/>
            <a:gdLst>
              <a:gd name="csX0" fmla="*/ 0 w 12186352"/>
              <a:gd name="csY0" fmla="*/ 0 h 6854823"/>
              <a:gd name="csX1" fmla="*/ 12186352 w 12186352"/>
              <a:gd name="csY1" fmla="*/ 0 h 6854823"/>
              <a:gd name="csX2" fmla="*/ 12186352 w 12186352"/>
              <a:gd name="csY2" fmla="*/ 454026 h 6854823"/>
              <a:gd name="csX3" fmla="*/ 4755412 w 12186352"/>
              <a:gd name="csY3" fmla="*/ 454026 h 6854823"/>
              <a:gd name="csX4" fmla="*/ 4755412 w 12186352"/>
              <a:gd name="csY4" fmla="*/ 6397626 h 6854823"/>
              <a:gd name="csX5" fmla="*/ 12186352 w 12186352"/>
              <a:gd name="csY5" fmla="*/ 6397626 h 6854823"/>
              <a:gd name="csX6" fmla="*/ 12186352 w 12186352"/>
              <a:gd name="csY6" fmla="*/ 6854823 h 6854823"/>
              <a:gd name="csX7" fmla="*/ 0 w 12186352"/>
              <a:gd name="csY7" fmla="*/ 68548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0" y="0"/>
                </a:moveTo>
                <a:lnTo>
                  <a:pt x="12186352" y="0"/>
                </a:lnTo>
                <a:lnTo>
                  <a:pt x="12186352" y="454026"/>
                </a:lnTo>
                <a:lnTo>
                  <a:pt x="4755412" y="454026"/>
                </a:lnTo>
                <a:lnTo>
                  <a:pt x="4755412" y="6397626"/>
                </a:lnTo>
                <a:lnTo>
                  <a:pt x="12186352" y="6397626"/>
                </a:lnTo>
                <a:lnTo>
                  <a:pt x="12186352" y="6854823"/>
                </a:lnTo>
                <a:lnTo>
                  <a:pt x="0" y="68548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3813714" cy="1710064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6200" y="76201"/>
            <a:ext cx="1295400" cy="381000"/>
          </a:xfrm>
        </p:spPr>
        <p:txBody>
          <a:bodyPr/>
          <a:lstStyle/>
          <a:p>
            <a:fld id="{1233975F-0E53-0840-98CD-E03B319E6BC3}" type="datetime1">
              <a:rPr lang="en-US" smtClean="0"/>
              <a:t>9/1/2026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096000" y="76201"/>
            <a:ext cx="6019799" cy="38100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C04AEB09-C22F-E34F-DEF8-A875003EEE36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7201" y="2621290"/>
            <a:ext cx="3813714" cy="3779510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B255439D-9DD5-19F0-DFF1-101A9899DFC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61061" y="457200"/>
            <a:ext cx="7430940" cy="5943600"/>
          </a:xfr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820400" y="6400800"/>
            <a:ext cx="1295400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370759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5DD87899-462F-D06B-5D64-3ED065B39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9060" y="457200"/>
            <a:ext cx="4735740" cy="1306009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634F943B-FBB0-AD70-5392-FF1249A8D95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1" y="76201"/>
            <a:ext cx="1295400" cy="380999"/>
          </a:xfrm>
        </p:spPr>
        <p:txBody>
          <a:bodyPr/>
          <a:lstStyle/>
          <a:p>
            <a:fld id="{D0CA20AB-D25D-704E-83C3-6B013E02E645}" type="datetime1">
              <a:rPr lang="en-US" smtClean="0"/>
              <a:t>9/1/2026</a:t>
            </a:fld>
            <a:endParaRPr lang="en-US" dirty="0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53A7B337-CA3D-E1B0-7039-CA1FCFDEE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76201"/>
            <a:ext cx="6019799" cy="380999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805F337F-4512-E680-8F5A-95C18128264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457200"/>
            <a:ext cx="6492240" cy="5943600"/>
          </a:xfrm>
          <a:blipFill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C68F33D8-4565-CA0E-DF2E-27FBE006F91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999060" y="2209800"/>
            <a:ext cx="4735740" cy="4191000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A52E7D2F-742D-CB2D-2766-5AF678F3B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20399" y="6400800"/>
            <a:ext cx="1295399" cy="381000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978690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E2693257-E100-0525-B4C7-8CA750535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860" y="457200"/>
            <a:ext cx="4796699" cy="1306009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" y="76201"/>
            <a:ext cx="1295401" cy="380999"/>
          </a:xfrm>
        </p:spPr>
        <p:txBody>
          <a:bodyPr/>
          <a:lstStyle/>
          <a:p>
            <a:fld id="{B31F77D0-31D8-5446-A1F3-FE6147C324EC}" type="datetime1">
              <a:rPr lang="en-US" smtClean="0"/>
              <a:t>9/1/2026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76202"/>
            <a:ext cx="6019800" cy="38099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EAC9A1BA-A83A-E476-1A91-3DB0B544DF3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835" y="2209800"/>
            <a:ext cx="4735740" cy="4191000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A90998F5-C9FB-EC52-B802-B62AA63E426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99761" y="457200"/>
            <a:ext cx="6492240" cy="5943600"/>
          </a:xfrm>
          <a:blipFill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20400" y="6400800"/>
            <a:ext cx="1295400" cy="381000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060138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3E46F2B-72CE-C947-0021-F34244B43444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custGeom>
            <a:avLst/>
            <a:gdLst>
              <a:gd name="csX0" fmla="*/ 451551 w 12186352"/>
              <a:gd name="csY0" fmla="*/ 454026 h 6854823"/>
              <a:gd name="csX1" fmla="*/ 451551 w 12186352"/>
              <a:gd name="csY1" fmla="*/ 3654426 h 6854823"/>
              <a:gd name="csX2" fmla="*/ 11729151 w 12186352"/>
              <a:gd name="csY2" fmla="*/ 3654426 h 6854823"/>
              <a:gd name="csX3" fmla="*/ 11729151 w 12186352"/>
              <a:gd name="csY3" fmla="*/ 454026 h 6854823"/>
              <a:gd name="csX4" fmla="*/ 0 w 12186352"/>
              <a:gd name="csY4" fmla="*/ 0 h 6854823"/>
              <a:gd name="csX5" fmla="*/ 12186352 w 12186352"/>
              <a:gd name="csY5" fmla="*/ 0 h 6854823"/>
              <a:gd name="csX6" fmla="*/ 12186352 w 12186352"/>
              <a:gd name="csY6" fmla="*/ 6854823 h 6854823"/>
              <a:gd name="csX7" fmla="*/ 0 w 12186352"/>
              <a:gd name="csY7" fmla="*/ 68548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451551" y="454026"/>
                </a:moveTo>
                <a:lnTo>
                  <a:pt x="451551" y="3654426"/>
                </a:lnTo>
                <a:lnTo>
                  <a:pt x="11729151" y="3654426"/>
                </a:lnTo>
                <a:lnTo>
                  <a:pt x="11729151" y="454026"/>
                </a:lnTo>
                <a:close/>
                <a:moveTo>
                  <a:pt x="0" y="0"/>
                </a:moveTo>
                <a:lnTo>
                  <a:pt x="12186352" y="0"/>
                </a:lnTo>
                <a:lnTo>
                  <a:pt x="12186352" y="6854823"/>
                </a:lnTo>
                <a:lnTo>
                  <a:pt x="0" y="68548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4111624"/>
            <a:ext cx="3219343" cy="2289175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5CF00-6C05-B849-B141-54CC9A394B3C}" type="datetime1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5CCD5774-AB2C-F489-2BCD-75A5731FA85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7200" y="457200"/>
            <a:ext cx="11277600" cy="3200400"/>
          </a:xfr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28092" y="4111624"/>
            <a:ext cx="7606708" cy="228917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b="0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83268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64D3EA0-3FE9-3CAB-830E-268B27509F72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V="1">
            <a:off x="5649" y="3174"/>
            <a:ext cx="12186352" cy="6854823"/>
          </a:xfrm>
          <a:custGeom>
            <a:avLst/>
            <a:gdLst>
              <a:gd name="csX0" fmla="*/ 451551 w 12186352"/>
              <a:gd name="csY0" fmla="*/ 3638875 h 6854823"/>
              <a:gd name="csX1" fmla="*/ 451551 w 12186352"/>
              <a:gd name="csY1" fmla="*/ 438477 h 6854823"/>
              <a:gd name="csX2" fmla="*/ 11729151 w 12186352"/>
              <a:gd name="csY2" fmla="*/ 438477 h 6854823"/>
              <a:gd name="csX3" fmla="*/ 11729151 w 12186352"/>
              <a:gd name="csY3" fmla="*/ 3638875 h 6854823"/>
              <a:gd name="csX4" fmla="*/ 0 w 12186352"/>
              <a:gd name="csY4" fmla="*/ 6854823 h 6854823"/>
              <a:gd name="csX5" fmla="*/ 12186352 w 12186352"/>
              <a:gd name="csY5" fmla="*/ 6854823 h 6854823"/>
              <a:gd name="csX6" fmla="*/ 12186352 w 12186352"/>
              <a:gd name="csY6" fmla="*/ 0 h 6854823"/>
              <a:gd name="csX7" fmla="*/ 0 w 12186352"/>
              <a:gd name="csY7" fmla="*/ 0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451551" y="3638875"/>
                </a:moveTo>
                <a:lnTo>
                  <a:pt x="451551" y="438477"/>
                </a:lnTo>
                <a:lnTo>
                  <a:pt x="11729151" y="438477"/>
                </a:lnTo>
                <a:lnTo>
                  <a:pt x="11729151" y="3638875"/>
                </a:lnTo>
                <a:close/>
                <a:moveTo>
                  <a:pt x="0" y="6854823"/>
                </a:moveTo>
                <a:lnTo>
                  <a:pt x="12186352" y="6854823"/>
                </a:lnTo>
                <a:lnTo>
                  <a:pt x="12186352" y="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3200400" cy="2307896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1" y="76201"/>
            <a:ext cx="1295400" cy="381000"/>
          </a:xfrm>
        </p:spPr>
        <p:txBody>
          <a:bodyPr/>
          <a:lstStyle/>
          <a:p>
            <a:fld id="{66499679-3EA0-9342-AF62-C5FAA18B6EFA}" type="datetime1">
              <a:rPr lang="en-US" smtClean="0"/>
              <a:t>9/1/2026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76201"/>
            <a:ext cx="6019800" cy="38100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FAF7E276-884D-AF00-1E18-715F56A8A90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122370" y="457200"/>
            <a:ext cx="7612430" cy="230789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b="0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B1DE11C5-B5A8-F8F8-2A43-C0C95802637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7200" y="3219122"/>
            <a:ext cx="11277600" cy="3200398"/>
          </a:xfr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20400" y="6400800"/>
            <a:ext cx="1295399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362620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C268A4B-F698-5EDC-1790-BA10F89CD8F3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5649" y="3174"/>
            <a:ext cx="12186352" cy="6854823"/>
          </a:xfrm>
          <a:custGeom>
            <a:avLst/>
            <a:gdLst>
              <a:gd name="csX0" fmla="*/ 12186352 w 12186352"/>
              <a:gd name="csY0" fmla="*/ 0 h 6854823"/>
              <a:gd name="csX1" fmla="*/ 0 w 12186352"/>
              <a:gd name="csY1" fmla="*/ 0 h 6854823"/>
              <a:gd name="csX2" fmla="*/ 0 w 12186352"/>
              <a:gd name="csY2" fmla="*/ 6854823 h 6854823"/>
              <a:gd name="csX3" fmla="*/ 12186352 w 12186352"/>
              <a:gd name="csY3" fmla="*/ 6854823 h 6854823"/>
              <a:gd name="csX4" fmla="*/ 12186352 w 12186352"/>
              <a:gd name="csY4" fmla="*/ 6397626 h 6854823"/>
              <a:gd name="csX5" fmla="*/ 7467253 w 12186352"/>
              <a:gd name="csY5" fmla="*/ 6397626 h 6854823"/>
              <a:gd name="csX6" fmla="*/ 7467253 w 12186352"/>
              <a:gd name="csY6" fmla="*/ 454025 h 6854823"/>
              <a:gd name="csX7" fmla="*/ 12186352 w 12186352"/>
              <a:gd name="csY7" fmla="*/ 454025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12186352" y="0"/>
                </a:moveTo>
                <a:lnTo>
                  <a:pt x="0" y="0"/>
                </a:lnTo>
                <a:lnTo>
                  <a:pt x="0" y="6854823"/>
                </a:lnTo>
                <a:lnTo>
                  <a:pt x="12186352" y="6854823"/>
                </a:lnTo>
                <a:lnTo>
                  <a:pt x="12186352" y="6397626"/>
                </a:lnTo>
                <a:lnTo>
                  <a:pt x="7467253" y="6397626"/>
                </a:lnTo>
                <a:lnTo>
                  <a:pt x="7467253" y="454025"/>
                </a:lnTo>
                <a:lnTo>
                  <a:pt x="12186352" y="454025"/>
                </a:lnTo>
                <a:close/>
              </a:path>
            </a:pathLst>
          </a:cu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93B9DEC9-1D26-F04D-4F91-7BE751BC6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949" y="457199"/>
            <a:ext cx="6552851" cy="1555845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8">
            <a:extLst>
              <a:ext uri="{FF2B5EF4-FFF2-40B4-BE49-F238E27FC236}">
                <a16:creationId xmlns:a16="http://schemas.microsoft.com/office/drawing/2014/main" id="{1E168D7B-B77A-72AC-AA72-64FBAA8D378C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6200" y="76201"/>
            <a:ext cx="1295400" cy="380998"/>
          </a:xfrm>
        </p:spPr>
        <p:txBody>
          <a:bodyPr/>
          <a:lstStyle/>
          <a:p>
            <a:fld id="{3C97155C-DE68-4440-8202-CC9478E27F07}" type="datetime1">
              <a:rPr lang="en-US" smtClean="0"/>
              <a:t>9/1/2026</a:t>
            </a:fld>
            <a:endParaRPr lang="en-US" dirty="0"/>
          </a:p>
        </p:txBody>
      </p:sp>
      <p:sp>
        <p:nvSpPr>
          <p:cNvPr id="6" name="Footer Placeholder 9">
            <a:extLst>
              <a:ext uri="{FF2B5EF4-FFF2-40B4-BE49-F238E27FC236}">
                <a16:creationId xmlns:a16="http://schemas.microsoft.com/office/drawing/2014/main" id="{4014B883-B832-AE53-6858-8E25B13C5BC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096000" y="76201"/>
            <a:ext cx="6019800" cy="38099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Picture Placeholder 13">
            <a:extLst>
              <a:ext uri="{FF2B5EF4-FFF2-40B4-BE49-F238E27FC236}">
                <a16:creationId xmlns:a16="http://schemas.microsoft.com/office/drawing/2014/main" id="{CC1B439C-57E0-A299-9A98-A81BFA738C8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457199"/>
            <a:ext cx="4724748" cy="5943601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7D22B98A-40DC-D510-5762-8D7E05344EF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81949" y="2470242"/>
            <a:ext cx="6552851" cy="3930558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Slide Number Placeholder 11">
            <a:extLst>
              <a:ext uri="{FF2B5EF4-FFF2-40B4-BE49-F238E27FC236}">
                <a16:creationId xmlns:a16="http://schemas.microsoft.com/office/drawing/2014/main" id="{7CA11211-0281-DD36-148E-3ABC6374978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820400" y="6400800"/>
            <a:ext cx="1295400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27972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D4C1286-F0A1-DDC1-4A24-85A9D3462CB1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custGeom>
            <a:avLst/>
            <a:gdLst>
              <a:gd name="csX0" fmla="*/ 0 w 12186352"/>
              <a:gd name="csY0" fmla="*/ 0 h 6854823"/>
              <a:gd name="csX1" fmla="*/ 12186352 w 12186352"/>
              <a:gd name="csY1" fmla="*/ 0 h 6854823"/>
              <a:gd name="csX2" fmla="*/ 12186352 w 12186352"/>
              <a:gd name="csY2" fmla="*/ 454025 h 6854823"/>
              <a:gd name="csX3" fmla="*/ 7461604 w 12186352"/>
              <a:gd name="csY3" fmla="*/ 454025 h 6854823"/>
              <a:gd name="csX4" fmla="*/ 7461604 w 12186352"/>
              <a:gd name="csY4" fmla="*/ 6397626 h 6854823"/>
              <a:gd name="csX5" fmla="*/ 12186352 w 12186352"/>
              <a:gd name="csY5" fmla="*/ 6397626 h 6854823"/>
              <a:gd name="csX6" fmla="*/ 12186352 w 12186352"/>
              <a:gd name="csY6" fmla="*/ 6854823 h 6854823"/>
              <a:gd name="csX7" fmla="*/ 0 w 12186352"/>
              <a:gd name="csY7" fmla="*/ 68548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0" y="0"/>
                </a:moveTo>
                <a:lnTo>
                  <a:pt x="12186352" y="0"/>
                </a:lnTo>
                <a:lnTo>
                  <a:pt x="12186352" y="454025"/>
                </a:lnTo>
                <a:lnTo>
                  <a:pt x="7461604" y="454025"/>
                </a:lnTo>
                <a:lnTo>
                  <a:pt x="7461604" y="6397626"/>
                </a:lnTo>
                <a:lnTo>
                  <a:pt x="12186352" y="6397626"/>
                </a:lnTo>
                <a:lnTo>
                  <a:pt x="12186352" y="6854823"/>
                </a:lnTo>
                <a:lnTo>
                  <a:pt x="0" y="6854823"/>
                </a:lnTo>
                <a:close/>
              </a:path>
            </a:pathLst>
          </a:cu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D7F3BC77-0C60-6C24-E5FE-6B80D4812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6549553" cy="1549495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6200" y="76201"/>
            <a:ext cx="1295400" cy="380999"/>
          </a:xfrm>
        </p:spPr>
        <p:txBody>
          <a:bodyPr/>
          <a:lstStyle/>
          <a:p>
            <a:fld id="{2B9DA8F7-1BE7-954A-B654-92996DBA4E86}" type="datetime1">
              <a:rPr lang="en-US" smtClean="0"/>
              <a:t>9/1/2026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096000" y="76201"/>
            <a:ext cx="6019800" cy="38099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F0A2831D-F063-09A6-A707-24AC43E312D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3902" y="2470242"/>
            <a:ext cx="6552851" cy="3930558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13">
            <a:extLst>
              <a:ext uri="{FF2B5EF4-FFF2-40B4-BE49-F238E27FC236}">
                <a16:creationId xmlns:a16="http://schemas.microsoft.com/office/drawing/2014/main" id="{FEC7CBEB-1BF7-2607-DBAA-531A9067F8B1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7467253" y="457199"/>
            <a:ext cx="4724748" cy="5943601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820400" y="6400800"/>
            <a:ext cx="1295400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768849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C1A7354-C3D2-8AD8-40DE-4E850BDFCC68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5649" y="3174"/>
            <a:ext cx="12186352" cy="6854823"/>
          </a:xfrm>
          <a:custGeom>
            <a:avLst/>
            <a:gdLst>
              <a:gd name="csX0" fmla="*/ 6533074 w 12186352"/>
              <a:gd name="csY0" fmla="*/ 1858587 h 6854823"/>
              <a:gd name="csX1" fmla="*/ 6533074 w 12186352"/>
              <a:gd name="csY1" fmla="*/ 6397626 h 6854823"/>
              <a:gd name="csX2" fmla="*/ 3 w 12186352"/>
              <a:gd name="csY2" fmla="*/ 6397626 h 6854823"/>
              <a:gd name="csX3" fmla="*/ 3 w 12186352"/>
              <a:gd name="csY3" fmla="*/ 1858587 h 6854823"/>
              <a:gd name="csX4" fmla="*/ 12186352 w 12186352"/>
              <a:gd name="csY4" fmla="*/ 0 h 6854823"/>
              <a:gd name="csX5" fmla="*/ 0 w 12186352"/>
              <a:gd name="csY5" fmla="*/ 0 h 6854823"/>
              <a:gd name="csX6" fmla="*/ 0 w 12186352"/>
              <a:gd name="csY6" fmla="*/ 6854823 h 6854823"/>
              <a:gd name="csX7" fmla="*/ 12186352 w 12186352"/>
              <a:gd name="csY7" fmla="*/ 68548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6533074" y="1858587"/>
                </a:moveTo>
                <a:lnTo>
                  <a:pt x="6533074" y="6397626"/>
                </a:lnTo>
                <a:lnTo>
                  <a:pt x="3" y="6397626"/>
                </a:lnTo>
                <a:lnTo>
                  <a:pt x="3" y="1858587"/>
                </a:lnTo>
                <a:close/>
                <a:moveTo>
                  <a:pt x="12186352" y="0"/>
                </a:moveTo>
                <a:lnTo>
                  <a:pt x="0" y="0"/>
                </a:lnTo>
                <a:lnTo>
                  <a:pt x="0" y="6854823"/>
                </a:lnTo>
                <a:lnTo>
                  <a:pt x="12186352" y="6854823"/>
                </a:lnTo>
                <a:close/>
              </a:path>
            </a:pathLst>
          </a:cu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0E2067BC-DC4F-D794-A7F8-65900B793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90161"/>
            <a:ext cx="11277599" cy="914400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61FAF02C-8E8E-0257-0307-15E6853700FC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6201" y="76201"/>
            <a:ext cx="1295400" cy="380999"/>
          </a:xfrm>
        </p:spPr>
        <p:txBody>
          <a:bodyPr/>
          <a:lstStyle/>
          <a:p>
            <a:fld id="{5447FF96-6068-D045-B983-6A2E1F44124F}" type="datetime1">
              <a:rPr lang="en-US" smtClean="0"/>
              <a:t>9/1/2026</a:t>
            </a:fld>
            <a:endParaRPr lang="en-US" dirty="0"/>
          </a:p>
        </p:txBody>
      </p:sp>
      <p:sp>
        <p:nvSpPr>
          <p:cNvPr id="6" name="Footer Placeholder 8">
            <a:extLst>
              <a:ext uri="{FF2B5EF4-FFF2-40B4-BE49-F238E27FC236}">
                <a16:creationId xmlns:a16="http://schemas.microsoft.com/office/drawing/2014/main" id="{12F6119E-6325-71C5-AFDB-160A100A21B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096000" y="76201"/>
            <a:ext cx="6019800" cy="380999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DAF060C4-6682-AB70-5937-47DB8276FDC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0" y="1861761"/>
            <a:ext cx="4744527" cy="4539039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Picture Placeholder 11">
            <a:extLst>
              <a:ext uri="{FF2B5EF4-FFF2-40B4-BE49-F238E27FC236}">
                <a16:creationId xmlns:a16="http://schemas.microsoft.com/office/drawing/2014/main" id="{4E3FB443-D4CA-E6C5-2187-4A649A47F28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58927" y="1861761"/>
            <a:ext cx="6533071" cy="4539039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  </a:t>
            </a:r>
          </a:p>
        </p:txBody>
      </p:sp>
      <p:sp>
        <p:nvSpPr>
          <p:cNvPr id="11" name="Slide Number Placeholder 9">
            <a:extLst>
              <a:ext uri="{FF2B5EF4-FFF2-40B4-BE49-F238E27FC236}">
                <a16:creationId xmlns:a16="http://schemas.microsoft.com/office/drawing/2014/main" id="{339D0113-D166-6E44-FF30-39C61CD1379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820400" y="6400800"/>
            <a:ext cx="1295400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27427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ABB22AD-DA7B-73AE-1F66-31345119900C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5649" y="3174"/>
            <a:ext cx="12186352" cy="6854823"/>
          </a:xfrm>
          <a:custGeom>
            <a:avLst/>
            <a:gdLst>
              <a:gd name="csX0" fmla="*/ 7315201 w 12186352"/>
              <a:gd name="csY0" fmla="*/ 1858587 h 6854823"/>
              <a:gd name="csX1" fmla="*/ 7315201 w 12186352"/>
              <a:gd name="csY1" fmla="*/ 6397626 h 6854823"/>
              <a:gd name="csX2" fmla="*/ 2 w 12186352"/>
              <a:gd name="csY2" fmla="*/ 6397626 h 6854823"/>
              <a:gd name="csX3" fmla="*/ 2 w 12186352"/>
              <a:gd name="csY3" fmla="*/ 1858587 h 6854823"/>
              <a:gd name="csX4" fmla="*/ 457201 w 12186352"/>
              <a:gd name="csY4" fmla="*/ 1858587 h 6854823"/>
              <a:gd name="csX5" fmla="*/ 6533074 w 12186352"/>
              <a:gd name="csY5" fmla="*/ 1858587 h 6854823"/>
              <a:gd name="csX6" fmla="*/ 12186352 w 12186352"/>
              <a:gd name="csY6" fmla="*/ 0 h 6854823"/>
              <a:gd name="csX7" fmla="*/ 0 w 12186352"/>
              <a:gd name="csY7" fmla="*/ 0 h 6854823"/>
              <a:gd name="csX8" fmla="*/ 0 w 12186352"/>
              <a:gd name="csY8" fmla="*/ 6854823 h 6854823"/>
              <a:gd name="csX9" fmla="*/ 12186352 w 12186352"/>
              <a:gd name="csY9" fmla="*/ 68548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2186352" h="6854823">
                <a:moveTo>
                  <a:pt x="7315201" y="1858587"/>
                </a:moveTo>
                <a:lnTo>
                  <a:pt x="7315201" y="6397626"/>
                </a:lnTo>
                <a:lnTo>
                  <a:pt x="2" y="6397626"/>
                </a:lnTo>
                <a:lnTo>
                  <a:pt x="2" y="1858587"/>
                </a:lnTo>
                <a:lnTo>
                  <a:pt x="457201" y="1858587"/>
                </a:lnTo>
                <a:lnTo>
                  <a:pt x="6533074" y="1858587"/>
                </a:lnTo>
                <a:close/>
                <a:moveTo>
                  <a:pt x="12186352" y="0"/>
                </a:moveTo>
                <a:lnTo>
                  <a:pt x="0" y="0"/>
                </a:lnTo>
                <a:lnTo>
                  <a:pt x="0" y="6854823"/>
                </a:lnTo>
                <a:lnTo>
                  <a:pt x="12186352" y="6854823"/>
                </a:lnTo>
                <a:close/>
              </a:path>
            </a:pathLst>
          </a:cu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0FFB7B32-3B46-FEC3-8857-8E1A162E4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97349"/>
            <a:ext cx="11277599" cy="914400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6201" y="76201"/>
            <a:ext cx="1295400" cy="380999"/>
          </a:xfrm>
        </p:spPr>
        <p:txBody>
          <a:bodyPr/>
          <a:lstStyle/>
          <a:p>
            <a:fld id="{C195F3F8-9E31-7F42-8188-F6043F071A39}" type="datetime1">
              <a:rPr lang="en-US" smtClean="0"/>
              <a:t>9/1/2026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095999" y="76201"/>
            <a:ext cx="6019800" cy="380999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1" y="1861761"/>
            <a:ext cx="3886199" cy="4539039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Picture Placeholder 5">
            <a:extLst>
              <a:ext uri="{FF2B5EF4-FFF2-40B4-BE49-F238E27FC236}">
                <a16:creationId xmlns:a16="http://schemas.microsoft.com/office/drawing/2014/main" id="{9BB8F855-8399-5C2F-8FFE-3445E6ACC13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876800" y="1861761"/>
            <a:ext cx="7315199" cy="4539039"/>
          </a:xfrm>
          <a:custGeom>
            <a:avLst/>
            <a:gdLst>
              <a:gd name="connsiteX0" fmla="*/ 0 w 5560101"/>
              <a:gd name="connsiteY0" fmla="*/ 0 h 4074407"/>
              <a:gd name="connsiteX1" fmla="*/ 5560101 w 5560101"/>
              <a:gd name="connsiteY1" fmla="*/ 0 h 4074407"/>
              <a:gd name="connsiteX2" fmla="*/ 5560101 w 5560101"/>
              <a:gd name="connsiteY2" fmla="*/ 4074407 h 4074407"/>
              <a:gd name="connsiteX3" fmla="*/ 0 w 5560101"/>
              <a:gd name="connsiteY3" fmla="*/ 4074407 h 4074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60101" h="4074407">
                <a:moveTo>
                  <a:pt x="0" y="0"/>
                </a:moveTo>
                <a:lnTo>
                  <a:pt x="5560101" y="0"/>
                </a:lnTo>
                <a:lnTo>
                  <a:pt x="5560101" y="4074407"/>
                </a:lnTo>
                <a:lnTo>
                  <a:pt x="0" y="4074407"/>
                </a:lnTo>
                <a:close/>
              </a:path>
            </a:pathLst>
          </a:custGeo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  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820400" y="6400800"/>
            <a:ext cx="1295399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788642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7870277-9BEA-773F-5ABC-0478C95CF73B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custGeom>
            <a:avLst/>
            <a:gdLst>
              <a:gd name="csX0" fmla="*/ 0 w 12186352"/>
              <a:gd name="csY0" fmla="*/ 0 h 6854823"/>
              <a:gd name="csX1" fmla="*/ 12186352 w 12186352"/>
              <a:gd name="csY1" fmla="*/ 0 h 6854823"/>
              <a:gd name="csX2" fmla="*/ 12186352 w 12186352"/>
              <a:gd name="csY2" fmla="*/ 6854823 h 6854823"/>
              <a:gd name="csX3" fmla="*/ 0 w 12186352"/>
              <a:gd name="csY3" fmla="*/ 6854823 h 6854823"/>
              <a:gd name="csX4" fmla="*/ 0 w 12186352"/>
              <a:gd name="csY4" fmla="*/ 6377154 h 6854823"/>
              <a:gd name="csX5" fmla="*/ 6527422 w 12186352"/>
              <a:gd name="csY5" fmla="*/ 6377154 h 6854823"/>
              <a:gd name="csX6" fmla="*/ 6527422 w 12186352"/>
              <a:gd name="csY6" fmla="*/ 1858587 h 6854823"/>
              <a:gd name="csX7" fmla="*/ 0 w 12186352"/>
              <a:gd name="csY7" fmla="*/ 1858587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0" y="0"/>
                </a:moveTo>
                <a:lnTo>
                  <a:pt x="12186352" y="0"/>
                </a:lnTo>
                <a:lnTo>
                  <a:pt x="12186352" y="6854823"/>
                </a:lnTo>
                <a:lnTo>
                  <a:pt x="0" y="6854823"/>
                </a:lnTo>
                <a:lnTo>
                  <a:pt x="0" y="6377154"/>
                </a:lnTo>
                <a:lnTo>
                  <a:pt x="6527422" y="6377154"/>
                </a:lnTo>
                <a:lnTo>
                  <a:pt x="6527422" y="1858587"/>
                </a:lnTo>
                <a:lnTo>
                  <a:pt x="0" y="1858587"/>
                </a:lnTo>
                <a:close/>
              </a:path>
            </a:pathLst>
          </a:cu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C5CBF9ED-624B-FB83-6E83-BB42410F2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90162"/>
            <a:ext cx="11277597" cy="914400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6201" y="76201"/>
            <a:ext cx="1295400" cy="380999"/>
          </a:xfrm>
        </p:spPr>
        <p:txBody>
          <a:bodyPr/>
          <a:lstStyle/>
          <a:p>
            <a:fld id="{AE8BA31F-10E3-B74C-A113-9DB8A6700F67}" type="datetime1">
              <a:rPr lang="en-US" smtClean="0"/>
              <a:t>9/1/2026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096001" y="76201"/>
            <a:ext cx="6019798" cy="380999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8" name="Picture Placeholder 11">
            <a:extLst>
              <a:ext uri="{FF2B5EF4-FFF2-40B4-BE49-F238E27FC236}">
                <a16:creationId xmlns:a16="http://schemas.microsoft.com/office/drawing/2014/main" id="{9BCDC3DB-8BBB-CC92-23DB-44BEC6BD61F7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0" y="1861761"/>
            <a:ext cx="6533071" cy="4518567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  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7C7B1CAB-4A9F-B8E9-3C1E-15C58564C1F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990270" y="1861761"/>
            <a:ext cx="4744527" cy="4539039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744199" y="6400800"/>
            <a:ext cx="1371599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613932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D7B64117-148B-10E8-7721-A4C85F0BD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1" y="457200"/>
            <a:ext cx="7254240" cy="1173708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CACEC350-F243-8E48-2F30-905D6999DFE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6200" y="76200"/>
            <a:ext cx="1295401" cy="380999"/>
          </a:xfrm>
        </p:spPr>
        <p:txBody>
          <a:bodyPr/>
          <a:lstStyle/>
          <a:p>
            <a:fld id="{3596BBB1-49AB-C544-9861-84EE6CF53403}" type="datetime1">
              <a:rPr lang="en-US" smtClean="0"/>
              <a:t>9/1/2026</a:t>
            </a:fld>
            <a:endParaRPr lang="en-US" dirty="0"/>
          </a:p>
        </p:txBody>
      </p:sp>
      <p:sp>
        <p:nvSpPr>
          <p:cNvPr id="10" name="Footer Placeholder 8">
            <a:extLst>
              <a:ext uri="{FF2B5EF4-FFF2-40B4-BE49-F238E27FC236}">
                <a16:creationId xmlns:a16="http://schemas.microsoft.com/office/drawing/2014/main" id="{693FD3A5-45B7-3678-FCC8-1AA49237E7B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096000" y="76201"/>
            <a:ext cx="6019800" cy="38100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90E31D68-951A-2336-5424-6671B2E929A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457199"/>
            <a:ext cx="4023360" cy="5943601"/>
          </a:xfrm>
          <a:blipFill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679495B1-3D42-5CC6-1177-BBB5CCDEF14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2088108"/>
            <a:ext cx="7254240" cy="4312692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Slide Number Placeholder 9">
            <a:extLst>
              <a:ext uri="{FF2B5EF4-FFF2-40B4-BE49-F238E27FC236}">
                <a16:creationId xmlns:a16="http://schemas.microsoft.com/office/drawing/2014/main" id="{05F3D1FB-5F83-6976-2FDE-42146116FF0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820400" y="6400800"/>
            <a:ext cx="1295400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996217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40E5C046-40A5-D694-E725-EA0ABE0B8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57199"/>
            <a:ext cx="7254239" cy="1173712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6201" y="76200"/>
            <a:ext cx="1295400" cy="380999"/>
          </a:xfrm>
        </p:spPr>
        <p:txBody>
          <a:bodyPr/>
          <a:lstStyle/>
          <a:p>
            <a:fld id="{9D50FFC8-0737-944F-9B20-403A2248B3E7}" type="datetime1">
              <a:rPr lang="en-US" smtClean="0"/>
              <a:t>9/1/2026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096000" y="76200"/>
            <a:ext cx="6019800" cy="380999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4E5FB0DF-C175-C1BD-BDD9-3536A2F7E448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7201" y="2088108"/>
            <a:ext cx="7254240" cy="4312692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7C20B94A-DE1D-8112-79D8-ADD778F243A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68640" y="457199"/>
            <a:ext cx="4023360" cy="5943601"/>
          </a:xfrm>
          <a:blipFill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820400" y="6400800"/>
            <a:ext cx="1295400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43100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5160961-81A4-744C-57F0-3A91AB73281C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custGeom>
            <a:avLst/>
            <a:gdLst>
              <a:gd name="csX0" fmla="*/ 451551 w 12186352"/>
              <a:gd name="csY0" fmla="*/ 2354110 h 6854823"/>
              <a:gd name="csX1" fmla="*/ 451551 w 12186352"/>
              <a:gd name="csY1" fmla="*/ 6397626 h 6854823"/>
              <a:gd name="csX2" fmla="*/ 5480751 w 12186352"/>
              <a:gd name="csY2" fmla="*/ 6397626 h 6854823"/>
              <a:gd name="csX3" fmla="*/ 5480751 w 12186352"/>
              <a:gd name="csY3" fmla="*/ 2354110 h 6854823"/>
              <a:gd name="csX4" fmla="*/ 0 w 12186352"/>
              <a:gd name="csY4" fmla="*/ 0 h 6854823"/>
              <a:gd name="csX5" fmla="*/ 12186352 w 12186352"/>
              <a:gd name="csY5" fmla="*/ 0 h 6854823"/>
              <a:gd name="csX6" fmla="*/ 12186352 w 12186352"/>
              <a:gd name="csY6" fmla="*/ 6854823 h 6854823"/>
              <a:gd name="csX7" fmla="*/ 0 w 12186352"/>
              <a:gd name="csY7" fmla="*/ 68548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451551" y="2354110"/>
                </a:moveTo>
                <a:lnTo>
                  <a:pt x="451551" y="6397626"/>
                </a:lnTo>
                <a:lnTo>
                  <a:pt x="5480751" y="6397626"/>
                </a:lnTo>
                <a:lnTo>
                  <a:pt x="5480751" y="2354110"/>
                </a:lnTo>
                <a:close/>
                <a:moveTo>
                  <a:pt x="0" y="0"/>
                </a:moveTo>
                <a:lnTo>
                  <a:pt x="12186352" y="0"/>
                </a:lnTo>
                <a:lnTo>
                  <a:pt x="12186352" y="6854823"/>
                </a:lnTo>
                <a:lnTo>
                  <a:pt x="0" y="68548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1"/>
            <a:ext cx="5029200" cy="1519083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5DA7B-3D23-9747-B64E-78D5DD68C6C7}" type="datetime1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Picture Placeholder 10">
            <a:extLst>
              <a:ext uri="{FF2B5EF4-FFF2-40B4-BE49-F238E27FC236}">
                <a16:creationId xmlns:a16="http://schemas.microsoft.com/office/drawing/2014/main" id="{802CE9A6-F23E-1299-6CEA-8B0DBFBE201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7200" y="2357283"/>
            <a:ext cx="5029199" cy="4043516"/>
          </a:xfrm>
          <a:blipFill dpi="0" rotWithShape="1"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457200"/>
            <a:ext cx="5638799" cy="5943599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10574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E292B07A-D9A0-38E9-B941-74C38124D599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custGeom>
            <a:avLst/>
            <a:gdLst>
              <a:gd name="csX0" fmla="*/ 451551 w 12186352"/>
              <a:gd name="csY0" fmla="*/ 2354110 h 6854823"/>
              <a:gd name="csX1" fmla="*/ 451551 w 12186352"/>
              <a:gd name="csY1" fmla="*/ 6397626 h 6854823"/>
              <a:gd name="csX2" fmla="*/ 5480751 w 12186352"/>
              <a:gd name="csY2" fmla="*/ 6397626 h 6854823"/>
              <a:gd name="csX3" fmla="*/ 5480751 w 12186352"/>
              <a:gd name="csY3" fmla="*/ 2354110 h 6854823"/>
              <a:gd name="csX4" fmla="*/ 0 w 12186352"/>
              <a:gd name="csY4" fmla="*/ 0 h 6854823"/>
              <a:gd name="csX5" fmla="*/ 12186352 w 12186352"/>
              <a:gd name="csY5" fmla="*/ 0 h 6854823"/>
              <a:gd name="csX6" fmla="*/ 12186352 w 12186352"/>
              <a:gd name="csY6" fmla="*/ 6854823 h 6854823"/>
              <a:gd name="csX7" fmla="*/ 0 w 12186352"/>
              <a:gd name="csY7" fmla="*/ 68548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451551" y="2354110"/>
                </a:moveTo>
                <a:lnTo>
                  <a:pt x="451551" y="6397626"/>
                </a:lnTo>
                <a:lnTo>
                  <a:pt x="5480751" y="6397626"/>
                </a:lnTo>
                <a:lnTo>
                  <a:pt x="5480751" y="2354110"/>
                </a:lnTo>
                <a:close/>
                <a:moveTo>
                  <a:pt x="0" y="0"/>
                </a:moveTo>
                <a:lnTo>
                  <a:pt x="12186352" y="0"/>
                </a:lnTo>
                <a:lnTo>
                  <a:pt x="12186352" y="6854823"/>
                </a:lnTo>
                <a:lnTo>
                  <a:pt x="0" y="68548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57200"/>
            <a:ext cx="3716844" cy="1919945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040DD-291F-D14A-B0CD-056B01183946}" type="datetime1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115A2C62-B33D-41E9-D363-2E5B5EC4C67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7200" y="2743200"/>
            <a:ext cx="3716845" cy="3657600"/>
          </a:xfrm>
          <a:blipFill dpi="0" rotWithShape="1"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24399" y="457201"/>
            <a:ext cx="7010401" cy="5943599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24918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9D779F90-4233-5235-D44A-38B021C817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DD16EBF9-B68A-0B06-1D11-8A73C8F978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49242"/>
            <a:ext cx="5638800" cy="1051558"/>
          </a:xfrm>
        </p:spPr>
        <p:txBody>
          <a:bodyPr anchor="b"/>
          <a:lstStyle>
            <a:lvl1pPr>
              <a:lnSpc>
                <a:spcPct val="110000"/>
              </a:lnSpc>
              <a:defRPr sz="200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20AA6F4-6FEB-A645-BC84-8FD86BB56A56}" type="datetime1">
              <a:rPr lang="en-US" smtClean="0"/>
              <a:t>9/1/2026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FC49D795-05CD-88A6-65D2-CE59AB098CD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" y="152400"/>
            <a:ext cx="11277600" cy="4434840"/>
          </a:xfrm>
        </p:spPr>
        <p:txBody>
          <a:bodyPr anchor="t"/>
          <a:lstStyle>
            <a:lvl1pPr>
              <a:lnSpc>
                <a:spcPct val="90000"/>
              </a:lnSpc>
              <a:defRPr sz="30000"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9198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9D779F90-4233-5235-D44A-38B021C817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362229AA-0D53-41CE-F2F6-A43A58F40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34002"/>
            <a:ext cx="5638800" cy="1066798"/>
          </a:xfrm>
        </p:spPr>
        <p:txBody>
          <a:bodyPr anchor="b"/>
          <a:lstStyle>
            <a:lvl1pPr>
              <a:lnSpc>
                <a:spcPct val="110000"/>
              </a:lnSpc>
              <a:defRPr sz="200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19C1F0A-369C-694C-9034-23649A99EDDB}" type="datetime1">
              <a:rPr lang="en-US" smtClean="0"/>
              <a:t>9/1/2026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2685CAE8-3040-D343-9736-69ED07ADEE28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" y="152400"/>
            <a:ext cx="11277600" cy="4434840"/>
          </a:xfrm>
        </p:spPr>
        <p:txBody>
          <a:bodyPr anchor="t"/>
          <a:lstStyle>
            <a:lvl1pPr>
              <a:lnSpc>
                <a:spcPct val="90000"/>
              </a:lnSpc>
              <a:defRPr sz="30000"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9812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9D779F90-4233-5235-D44A-38B021C817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F9AC97C7-C18C-1AFB-595D-1164216CB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1600" y="457200"/>
            <a:ext cx="2743200" cy="5943600"/>
          </a:xfrm>
        </p:spPr>
        <p:txBody>
          <a:bodyPr anchor="ctr"/>
          <a:lstStyle>
            <a:lvl1pPr>
              <a:lnSpc>
                <a:spcPct val="110000"/>
              </a:lnSpc>
              <a:defRPr sz="200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05CB68B-3B3F-204E-812A-7CA74DAAFECC}" type="datetime1">
              <a:rPr lang="en-US" smtClean="0"/>
              <a:t>9/1/2026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0794CDEE-6628-D8C2-4DD7-A2AF2B148E2B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" y="762000"/>
            <a:ext cx="8077200" cy="5943600"/>
          </a:xfrm>
        </p:spPr>
        <p:txBody>
          <a:bodyPr anchor="ctr"/>
          <a:lstStyle>
            <a:lvl1pPr>
              <a:lnSpc>
                <a:spcPct val="90000"/>
              </a:lnSpc>
              <a:defRPr sz="30000"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8543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A83016C-84F5-4C07-5F48-21162DFAD7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3A025-A5F8-BC41-857C-074A129970DD}" type="datetime1">
              <a:rPr lang="en-US" smtClean="0"/>
              <a:t>9/1/2026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200" y="457200"/>
            <a:ext cx="7848600" cy="5943600"/>
          </a:xfrm>
        </p:spPr>
        <p:txBody>
          <a:bodyPr anchor="ctr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6000" b="0">
                <a:latin typeface="+mj-lt"/>
              </a:defRPr>
            </a:lvl1pPr>
            <a:lvl2pPr marL="228600" indent="0">
              <a:lnSpc>
                <a:spcPct val="90000"/>
              </a:lnSpc>
              <a:spcBef>
                <a:spcPts val="0"/>
              </a:spcBef>
              <a:buNone/>
              <a:defRPr sz="6000" b="0">
                <a:latin typeface="+mj-lt"/>
              </a:defRPr>
            </a:lvl2pPr>
            <a:lvl3pPr marL="457200" indent="0">
              <a:lnSpc>
                <a:spcPct val="90000"/>
              </a:lnSpc>
              <a:spcBef>
                <a:spcPts val="0"/>
              </a:spcBef>
              <a:buNone/>
              <a:defRPr sz="6000" b="0">
                <a:latin typeface="+mj-lt"/>
              </a:defRPr>
            </a:lvl3pPr>
            <a:lvl4pPr marL="685800" indent="0">
              <a:lnSpc>
                <a:spcPct val="90000"/>
              </a:lnSpc>
              <a:spcBef>
                <a:spcPts val="0"/>
              </a:spcBef>
              <a:buNone/>
              <a:defRPr sz="6000" b="0">
                <a:latin typeface="+mj-lt"/>
              </a:defRPr>
            </a:lvl4pPr>
            <a:lvl5pPr marL="914400" indent="0">
              <a:lnSpc>
                <a:spcPct val="90000"/>
              </a:lnSpc>
              <a:spcBef>
                <a:spcPts val="0"/>
              </a:spcBef>
              <a:buNone/>
              <a:defRPr sz="6000" b="0"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671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A83016C-84F5-4C07-5F48-21162DFAD7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1A02B-DBB0-A046-81B0-FEDCAC57CE71}" type="datetime1">
              <a:rPr lang="en-US" smtClean="0"/>
              <a:t>9/1/2026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200" y="457200"/>
            <a:ext cx="7848600" cy="5943600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6000" b="0">
                <a:latin typeface="+mj-lt"/>
              </a:defRPr>
            </a:lvl1pPr>
            <a:lvl2pPr marL="228600" indent="0">
              <a:lnSpc>
                <a:spcPct val="90000"/>
              </a:lnSpc>
              <a:spcBef>
                <a:spcPts val="0"/>
              </a:spcBef>
              <a:buNone/>
              <a:defRPr sz="6000" b="0">
                <a:latin typeface="+mj-lt"/>
              </a:defRPr>
            </a:lvl2pPr>
            <a:lvl3pPr marL="457200" indent="0">
              <a:lnSpc>
                <a:spcPct val="90000"/>
              </a:lnSpc>
              <a:spcBef>
                <a:spcPts val="0"/>
              </a:spcBef>
              <a:buNone/>
              <a:defRPr sz="6000" b="0">
                <a:latin typeface="+mj-lt"/>
              </a:defRPr>
            </a:lvl3pPr>
            <a:lvl4pPr marL="685800" indent="0">
              <a:lnSpc>
                <a:spcPct val="90000"/>
              </a:lnSpc>
              <a:spcBef>
                <a:spcPts val="0"/>
              </a:spcBef>
              <a:buNone/>
              <a:defRPr sz="6000" b="0">
                <a:latin typeface="+mj-lt"/>
              </a:defRPr>
            </a:lvl4pPr>
            <a:lvl5pPr marL="914400" indent="0">
              <a:lnSpc>
                <a:spcPct val="90000"/>
              </a:lnSpc>
              <a:spcBef>
                <a:spcPts val="0"/>
              </a:spcBef>
              <a:buNone/>
              <a:defRPr sz="6000" b="0"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2821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A83016C-84F5-4C07-5F48-21162DFAD7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92E1041-C021-CE4A-9D2F-9EE16EB193AE}" type="datetime1">
              <a:rPr lang="en-US" smtClean="0"/>
              <a:t>9/1/2026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200" y="457200"/>
            <a:ext cx="7848600" cy="5943600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6000" b="0">
                <a:solidFill>
                  <a:schemeClr val="tx1"/>
                </a:solidFill>
                <a:latin typeface="+mj-lt"/>
              </a:defRPr>
            </a:lvl1pPr>
            <a:lvl2pPr marL="228600" indent="0">
              <a:lnSpc>
                <a:spcPct val="90000"/>
              </a:lnSpc>
              <a:spcBef>
                <a:spcPts val="0"/>
              </a:spcBef>
              <a:buNone/>
              <a:defRPr sz="6000" b="0">
                <a:solidFill>
                  <a:schemeClr val="tx1"/>
                </a:solidFill>
                <a:latin typeface="+mj-lt"/>
              </a:defRPr>
            </a:lvl2pPr>
            <a:lvl3pPr marL="457200" indent="0">
              <a:lnSpc>
                <a:spcPct val="90000"/>
              </a:lnSpc>
              <a:spcBef>
                <a:spcPts val="0"/>
              </a:spcBef>
              <a:buNone/>
              <a:defRPr sz="6000" b="0">
                <a:solidFill>
                  <a:schemeClr val="tx1"/>
                </a:solidFill>
                <a:latin typeface="+mj-lt"/>
              </a:defRPr>
            </a:lvl3pPr>
            <a:lvl4pPr marL="685800" indent="0">
              <a:lnSpc>
                <a:spcPct val="90000"/>
              </a:lnSpc>
              <a:spcBef>
                <a:spcPts val="0"/>
              </a:spcBef>
              <a:buNone/>
              <a:defRPr sz="6000" b="0">
                <a:solidFill>
                  <a:schemeClr val="tx1"/>
                </a:solidFill>
                <a:latin typeface="+mj-lt"/>
              </a:defRPr>
            </a:lvl4pPr>
            <a:lvl5pPr marL="914400" indent="0">
              <a:lnSpc>
                <a:spcPct val="90000"/>
              </a:lnSpc>
              <a:spcBef>
                <a:spcPts val="0"/>
              </a:spcBef>
              <a:buNone/>
              <a:defRPr sz="6000" b="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173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7BD18808-DE46-2A18-8307-D05A834D308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79726570-6B1E-6E56-BA3E-287729FA28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91598" y="457200"/>
            <a:ext cx="2743200" cy="594360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2000" b="0" i="0" spc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19110DB-B309-8C4D-B2B7-2B6318BF3864}" type="datetime1">
              <a:rPr lang="en-US" smtClean="0"/>
              <a:t>9/1/2026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F2B13095-060E-7C64-69EA-E7821D5019ED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57200" y="457200"/>
            <a:ext cx="7848600" cy="5943600"/>
          </a:xfrm>
        </p:spPr>
        <p:txBody>
          <a:bodyPr anchor="t"/>
          <a:lstStyle>
            <a:lvl1pPr>
              <a:lnSpc>
                <a:spcPct val="90000"/>
              </a:lnSpc>
              <a:defRPr sz="600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53556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7BD18808-DE46-2A18-8307-D05A834D308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79726570-6B1E-6E56-BA3E-287729FA28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5937084"/>
            <a:ext cx="9144000" cy="466344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2000" b="0" i="0" spc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CCD263F-17D1-DD49-AE75-3B385E0CFFA9}" type="datetime1">
              <a:rPr lang="en-US" smtClean="0"/>
              <a:t>9/1/2026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58A7DA2E-06EC-D8CE-ACE3-28D98B5AC26C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57200" y="454572"/>
            <a:ext cx="11277600" cy="5417308"/>
          </a:xfrm>
        </p:spPr>
        <p:txBody>
          <a:bodyPr anchor="b"/>
          <a:lstStyle>
            <a:lvl1pPr>
              <a:lnSpc>
                <a:spcPct val="90000"/>
              </a:lnSpc>
              <a:defRPr sz="600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62274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7BD18808-DE46-2A18-8307-D05A834D308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79726570-6B1E-6E56-BA3E-287729FA28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63000" y="457200"/>
            <a:ext cx="2971800" cy="594622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000" b="0" i="0" spc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664374B-BFF6-3C4D-A435-E85D19EC7285}" type="datetime1">
              <a:rPr lang="en-US" smtClean="0"/>
              <a:t>9/1/2026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BD97FB3-18C6-51BD-4179-B642A2A709C5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57200" y="457200"/>
            <a:ext cx="7848600" cy="5943600"/>
          </a:xfrm>
        </p:spPr>
        <p:txBody>
          <a:bodyPr anchor="ctr"/>
          <a:lstStyle>
            <a:lvl1pPr>
              <a:lnSpc>
                <a:spcPct val="90000"/>
              </a:lnSpc>
              <a:defRPr sz="600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23730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5431640-8AD9-CB9D-CC0B-964AF3B74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57201"/>
            <a:ext cx="11277598" cy="914400"/>
          </a:xfrm>
          <a:prstGeom prst="rect">
            <a:avLst/>
          </a:prstGeo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4FF47-482A-5A42-BC2B-D17760A60D7C}" type="datetime1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27D5A5-84C3-7EDE-A8EB-2DE057DE46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57200" y="1825624"/>
            <a:ext cx="5230495" cy="4575175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b="0"/>
            </a:lvl1pPr>
            <a:lvl2pPr>
              <a:lnSpc>
                <a:spcPct val="100000"/>
              </a:lnSpc>
              <a:spcBef>
                <a:spcPts val="0"/>
              </a:spcBef>
              <a:defRPr/>
            </a:lvl2pPr>
            <a:lvl3pPr>
              <a:lnSpc>
                <a:spcPct val="100000"/>
              </a:lnSpc>
              <a:spcBef>
                <a:spcPts val="0"/>
              </a:spcBef>
              <a:defRPr/>
            </a:lvl3pPr>
            <a:lvl4pPr>
              <a:lnSpc>
                <a:spcPct val="100000"/>
              </a:lnSpc>
              <a:spcBef>
                <a:spcPts val="0"/>
              </a:spcBef>
              <a:defRPr/>
            </a:lvl4pPr>
            <a:lvl5pPr>
              <a:lnSpc>
                <a:spcPct val="100000"/>
              </a:lnSpc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54150AE-A7C6-D328-35D7-F5B840930E3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04307" y="1825625"/>
            <a:ext cx="5230493" cy="457517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b="0"/>
            </a:lvl1pPr>
            <a:lvl2pPr>
              <a:lnSpc>
                <a:spcPct val="100000"/>
              </a:lnSpc>
              <a:spcBef>
                <a:spcPts val="0"/>
              </a:spcBef>
              <a:defRPr/>
            </a:lvl2pPr>
            <a:lvl3pPr>
              <a:lnSpc>
                <a:spcPct val="100000"/>
              </a:lnSpc>
              <a:spcBef>
                <a:spcPts val="0"/>
              </a:spcBef>
              <a:defRPr/>
            </a:lvl3pPr>
            <a:lvl4pPr>
              <a:lnSpc>
                <a:spcPct val="100000"/>
              </a:lnSpc>
              <a:spcBef>
                <a:spcPts val="0"/>
              </a:spcBef>
              <a:defRPr/>
            </a:lvl4pPr>
            <a:lvl5pPr>
              <a:lnSpc>
                <a:spcPct val="100000"/>
              </a:lnSpc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98708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CDF3CAC-6CE7-7E83-9091-EB44FB9BB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7600" cy="914400"/>
          </a:xfrm>
          <a:prstGeom prst="rect">
            <a:avLst/>
          </a:prstGeo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0A138-5AFC-9A4D-A014-96125C4D80CC}" type="datetime1">
              <a:rPr lang="en-US" smtClean="0"/>
              <a:t>9/1/2026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823847"/>
            <a:ext cx="5227320" cy="354857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57200" y="2286000"/>
            <a:ext cx="5227638" cy="41148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b="0"/>
            </a:lvl1pPr>
            <a:lvl2pPr>
              <a:lnSpc>
                <a:spcPct val="100000"/>
              </a:lnSpc>
              <a:spcBef>
                <a:spcPts val="0"/>
              </a:spcBef>
              <a:defRPr/>
            </a:lvl2pPr>
            <a:lvl3pPr>
              <a:lnSpc>
                <a:spcPct val="100000"/>
              </a:lnSpc>
              <a:spcBef>
                <a:spcPts val="0"/>
              </a:spcBef>
              <a:defRPr/>
            </a:lvl3pPr>
            <a:lvl4pPr>
              <a:lnSpc>
                <a:spcPct val="100000"/>
              </a:lnSpc>
              <a:spcBef>
                <a:spcPts val="0"/>
              </a:spcBef>
              <a:defRPr/>
            </a:lvl4pPr>
            <a:lvl5pPr>
              <a:lnSpc>
                <a:spcPct val="100000"/>
              </a:lnSpc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01381" y="1823847"/>
            <a:ext cx="5233417" cy="354858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01092" y="2286000"/>
            <a:ext cx="5233708" cy="41148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b="0"/>
            </a:lvl1pPr>
            <a:lvl2pPr>
              <a:lnSpc>
                <a:spcPct val="100000"/>
              </a:lnSpc>
              <a:spcBef>
                <a:spcPts val="0"/>
              </a:spcBef>
              <a:defRPr/>
            </a:lvl2pPr>
            <a:lvl3pPr>
              <a:lnSpc>
                <a:spcPct val="100000"/>
              </a:lnSpc>
              <a:spcBef>
                <a:spcPts val="0"/>
              </a:spcBef>
              <a:defRPr/>
            </a:lvl3pPr>
            <a:lvl4pPr>
              <a:lnSpc>
                <a:spcPct val="100000"/>
              </a:lnSpc>
              <a:spcBef>
                <a:spcPts val="0"/>
              </a:spcBef>
              <a:defRPr/>
            </a:lvl4pPr>
            <a:lvl5pPr>
              <a:lnSpc>
                <a:spcPct val="100000"/>
              </a:lnSpc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19061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1"/>
            <a:ext cx="11277600" cy="914400"/>
          </a:xfrm>
          <a:prstGeom prst="rect">
            <a:avLst/>
          </a:prstGeo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F1EA9-87CF-8343-9776-D1D52A179B2E}" type="datetime1">
              <a:rPr lang="en-US" smtClean="0"/>
              <a:t>9/1/2026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82217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9506F-D76B-DF43-A96B-B8A73BD734D5}" type="datetime1">
              <a:rPr lang="en-US" smtClean="0"/>
              <a:t>9/1/2026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37993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DB8EF09-85B4-2CB8-82A3-EECAE01D45AD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1"/>
            <a:ext cx="3810000" cy="167640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77B30-84C4-E14A-AD9D-99C744B58D2B}" type="datetime1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0" y="2458616"/>
            <a:ext cx="3810000" cy="3942184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0600" y="457200"/>
            <a:ext cx="6934200" cy="5943600"/>
          </a:xfrm>
        </p:spPr>
        <p:txBody>
          <a:bodyPr vert="horz" lIns="91440" tIns="45720" rIns="91440" bIns="45720" rtlCol="0">
            <a:normAutofit/>
          </a:bodyPr>
          <a:lstStyle>
            <a:lvl1pPr>
              <a:spcBef>
                <a:spcPts val="0"/>
              </a:spcBef>
              <a:defRPr lang="en-US" b="0" dirty="0"/>
            </a:lvl1pPr>
            <a:lvl2pPr>
              <a:spcBef>
                <a:spcPts val="0"/>
              </a:spcBef>
              <a:defRPr lang="en-US" dirty="0"/>
            </a:lvl2pPr>
            <a:lvl3pPr>
              <a:spcBef>
                <a:spcPts val="0"/>
              </a:spcBef>
              <a:defRPr lang="en-US" dirty="0"/>
            </a:lvl3pPr>
            <a:lvl4pPr>
              <a:spcBef>
                <a:spcPts val="0"/>
              </a:spcBef>
              <a:defRPr lang="en-US" dirty="0"/>
            </a:lvl4pPr>
            <a:lvl5pPr>
              <a:spcBef>
                <a:spcPts val="0"/>
              </a:spcBef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79567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0935E8B-BB8A-9B48-4EC5-768D5E3A1DD2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5649" y="3174"/>
            <a:ext cx="12186352" cy="6854823"/>
          </a:xfrm>
          <a:custGeom>
            <a:avLst/>
            <a:gdLst>
              <a:gd name="csX0" fmla="*/ 7467602 w 12186353"/>
              <a:gd name="csY0" fmla="*/ 454026 h 6854823"/>
              <a:gd name="csX1" fmla="*/ 7467602 w 12186353"/>
              <a:gd name="csY1" fmla="*/ 6397626 h 6854823"/>
              <a:gd name="csX2" fmla="*/ 457203 w 12186353"/>
              <a:gd name="csY2" fmla="*/ 6397626 h 6854823"/>
              <a:gd name="csX3" fmla="*/ 457203 w 12186353"/>
              <a:gd name="csY3" fmla="*/ 454026 h 6854823"/>
              <a:gd name="csX4" fmla="*/ 12186353 w 12186353"/>
              <a:gd name="csY4" fmla="*/ 0 h 6854823"/>
              <a:gd name="csX5" fmla="*/ 0 w 12186353"/>
              <a:gd name="csY5" fmla="*/ 0 h 6854823"/>
              <a:gd name="csX6" fmla="*/ 0 w 12186353"/>
              <a:gd name="csY6" fmla="*/ 6854823 h 6854823"/>
              <a:gd name="csX7" fmla="*/ 12186353 w 12186353"/>
              <a:gd name="csY7" fmla="*/ 68548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3" h="6854823">
                <a:moveTo>
                  <a:pt x="7467602" y="454026"/>
                </a:moveTo>
                <a:lnTo>
                  <a:pt x="7467602" y="6397626"/>
                </a:lnTo>
                <a:lnTo>
                  <a:pt x="457203" y="6397626"/>
                </a:lnTo>
                <a:lnTo>
                  <a:pt x="457203" y="454026"/>
                </a:lnTo>
                <a:close/>
                <a:moveTo>
                  <a:pt x="12186353" y="0"/>
                </a:moveTo>
                <a:lnTo>
                  <a:pt x="0" y="0"/>
                </a:lnTo>
                <a:lnTo>
                  <a:pt x="0" y="6854823"/>
                </a:lnTo>
                <a:lnTo>
                  <a:pt x="12186353" y="68548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3810000" cy="297180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2B00D-D41F-AF4D-9311-8F7464F57478}" type="datetime1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0" y="3810000"/>
            <a:ext cx="3810000" cy="2590800"/>
          </a:xfr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D567F4A-97DA-0A34-ED21-0C003CA8AF5F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4724400" y="457200"/>
            <a:ext cx="7010399" cy="5943600"/>
          </a:xfr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96092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4087CE1-ACE0-D6A3-D3B7-DF95BF55950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457200"/>
            <a:ext cx="8305801" cy="297180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1D72C-8184-5840-B481-389540A01A17}" type="datetime1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198" y="3733800"/>
            <a:ext cx="11277599" cy="266699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6616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DF1DC1-62BC-8F1C-64E5-A5FBEAB8F40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57200"/>
            <a:ext cx="5638799" cy="2971800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2C1FE-0BA1-514C-8495-D43A7528783D}" type="datetime1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1" y="3810000"/>
            <a:ext cx="8382000" cy="2590800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/>
            </a:lvl1pPr>
            <a:lvl2pPr marL="228600" indent="0">
              <a:lnSpc>
                <a:spcPct val="100000"/>
              </a:lnSpc>
              <a:spcBef>
                <a:spcPts val="0"/>
              </a:spcBef>
              <a:buNone/>
              <a:defRPr sz="2000"/>
            </a:lvl2pPr>
            <a:lvl3pPr marL="457200" indent="0">
              <a:lnSpc>
                <a:spcPct val="100000"/>
              </a:lnSpc>
              <a:spcBef>
                <a:spcPts val="0"/>
              </a:spcBef>
              <a:buNone/>
              <a:defRPr sz="2000"/>
            </a:lvl3pPr>
            <a:lvl4pPr marL="685800" indent="0">
              <a:lnSpc>
                <a:spcPct val="100000"/>
              </a:lnSpc>
              <a:spcBef>
                <a:spcPts val="0"/>
              </a:spcBef>
              <a:buNone/>
              <a:defRPr sz="2000"/>
            </a:lvl4pPr>
            <a:lvl5pPr marL="914400" indent="0">
              <a:lnSpc>
                <a:spcPct val="100000"/>
              </a:lnSpc>
              <a:spcBef>
                <a:spcPts val="0"/>
              </a:spcBef>
              <a:buNone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8552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1"/>
            <a:ext cx="11277600" cy="9144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752601"/>
            <a:ext cx="11277599" cy="46481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200" y="76201"/>
            <a:ext cx="1447800" cy="381000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 rtl="0">
              <a:defRPr sz="900" b="0" i="0" cap="all" spc="5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ABF82D58-E94F-DA46-9A9B-DBAB917AB2DD}" type="datetime1">
              <a:rPr lang="en-US" smtClean="0"/>
              <a:pPr/>
              <a:t>9/1/2026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96000" y="76201"/>
            <a:ext cx="6019800" cy="381000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 rtl="0">
              <a:defRPr sz="900" b="0" i="0" cap="all" spc="5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20400" y="6400800"/>
            <a:ext cx="1295400" cy="381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rtl="0">
              <a:defRPr sz="900" b="0" i="0" cap="all" spc="5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060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80" r:id="rId1"/>
    <p:sldLayoutId id="2147483981" r:id="rId2"/>
    <p:sldLayoutId id="2147483982" r:id="rId3"/>
    <p:sldLayoutId id="2147483983" r:id="rId4"/>
    <p:sldLayoutId id="2147483984" r:id="rId5"/>
    <p:sldLayoutId id="2147483985" r:id="rId6"/>
    <p:sldLayoutId id="2147483986" r:id="rId7"/>
    <p:sldLayoutId id="2147483987" r:id="rId8"/>
    <p:sldLayoutId id="2147483988" r:id="rId9"/>
    <p:sldLayoutId id="2147483989" r:id="rId10"/>
    <p:sldLayoutId id="2147483990" r:id="rId11"/>
    <p:sldLayoutId id="2147483991" r:id="rId12"/>
    <p:sldLayoutId id="2147483992" r:id="rId13"/>
    <p:sldLayoutId id="2147483993" r:id="rId14"/>
    <p:sldLayoutId id="2147483994" r:id="rId15"/>
    <p:sldLayoutId id="2147483995" r:id="rId16"/>
    <p:sldLayoutId id="2147483996" r:id="rId17"/>
    <p:sldLayoutId id="2147483997" r:id="rId18"/>
    <p:sldLayoutId id="2147483998" r:id="rId19"/>
    <p:sldLayoutId id="2147483999" r:id="rId20"/>
    <p:sldLayoutId id="2147484000" r:id="rId21"/>
    <p:sldLayoutId id="2147484001" r:id="rId22"/>
    <p:sldLayoutId id="2147484002" r:id="rId23"/>
    <p:sldLayoutId id="2147484003" r:id="rId24"/>
    <p:sldLayoutId id="2147484004" r:id="rId25"/>
    <p:sldLayoutId id="2147484005" r:id="rId26"/>
    <p:sldLayoutId id="2147484006" r:id="rId27"/>
    <p:sldLayoutId id="2147484007" r:id="rId28"/>
    <p:sldLayoutId id="2147484008" r:id="rId29"/>
    <p:sldLayoutId id="2147484009" r:id="rId30"/>
    <p:sldLayoutId id="2147484010" r:id="rId31"/>
    <p:sldLayoutId id="2147484011" r:id="rId32"/>
    <p:sldLayoutId id="2147484012" r:id="rId33"/>
    <p:sldLayoutId id="2147484013" r:id="rId34"/>
    <p:sldLayoutId id="2147484014" r:id="rId35"/>
    <p:sldLayoutId id="2147484015" r:id="rId36"/>
    <p:sldLayoutId id="2147484016" r:id="rId37"/>
    <p:sldLayoutId id="2147484017" r:id="rId38"/>
    <p:sldLayoutId id="2147484018" r:id="rId39"/>
    <p:sldLayoutId id="2147484019" r:id="rId40"/>
    <p:sldLayoutId id="2147484020" r:id="rId41"/>
    <p:sldLayoutId id="2147484021" r:id="rId42"/>
    <p:sldLayoutId id="2147484022" r:id="rId43"/>
    <p:sldLayoutId id="2147484023" r:id="rId44"/>
    <p:sldLayoutId id="2147484024" r:id="rId45"/>
    <p:sldLayoutId id="2147484025" r:id="rId46"/>
    <p:sldLayoutId id="2147484026" r:id="rId47"/>
    <p:sldLayoutId id="2147484027" r:id="rId48"/>
    <p:sldLayoutId id="2147484028" r:id="rId49"/>
    <p:sldLayoutId id="2147484029" r:id="rId50"/>
    <p:sldLayoutId id="2147484030" r:id="rId51"/>
    <p:sldLayoutId id="2147484031" r:id="rId52"/>
    <p:sldLayoutId id="2147484032" r:id="rId53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0" kern="1200" spc="0" baseline="0">
          <a:solidFill>
            <a:schemeClr val="tx1"/>
          </a:solidFill>
          <a:latin typeface="+mj-lt"/>
          <a:ea typeface="+mj-ea"/>
          <a:cs typeface="Biome" panose="020B0503030204020804" pitchFamily="34" charset="0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3" orient="horz" pos="2160" userDrawn="1">
          <p15:clr>
            <a:srgbClr val="F26B43"/>
          </p15:clr>
        </p15:guide>
        <p15:guide id="24" pos="3840" userDrawn="1">
          <p15:clr>
            <a:srgbClr val="F26B43"/>
          </p15:clr>
        </p15:guide>
        <p15:guide id="31" orient="horz" pos="48" userDrawn="1">
          <p15:clr>
            <a:srgbClr val="F26B43"/>
          </p15:clr>
        </p15:guide>
        <p15:guide id="32" orient="horz" pos="4272" userDrawn="1">
          <p15:clr>
            <a:srgbClr val="F26B43"/>
          </p15:clr>
        </p15:guide>
        <p15:guide id="33" pos="48" userDrawn="1">
          <p15:clr>
            <a:srgbClr val="F26B43"/>
          </p15:clr>
        </p15:guide>
        <p15:guide id="34" pos="7632" userDrawn="1">
          <p15:clr>
            <a:srgbClr val="F26B43"/>
          </p15:clr>
        </p15:guide>
        <p15:guide id="35" orient="horz" pos="288" userDrawn="1">
          <p15:clr>
            <a:srgbClr val="F26B43"/>
          </p15:clr>
        </p15:guide>
        <p15:guide id="36" orient="horz" pos="4032" userDrawn="1">
          <p15:clr>
            <a:srgbClr val="F26B43"/>
          </p15:clr>
        </p15:guide>
        <p15:guide id="37" pos="7392" userDrawn="1">
          <p15:clr>
            <a:srgbClr val="F26B43"/>
          </p15:clr>
        </p15:guide>
        <p15:guide id="38" pos="28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2872FD-7E92-C3C8-5956-A6C415482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5C9BE093-E5B6-DA93-72FB-870FC733B4A2}"/>
              </a:ext>
            </a:extLst>
          </p:cNvPr>
          <p:cNvSpPr txBox="1">
            <a:spLocks/>
          </p:cNvSpPr>
          <p:nvPr/>
        </p:nvSpPr>
        <p:spPr>
          <a:xfrm>
            <a:off x="818148" y="289248"/>
            <a:ext cx="11020926" cy="556104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n-US" sz="9600" b="0" kern="1200" spc="0" baseline="0" dirty="0">
                <a:solidFill>
                  <a:schemeClr val="tx1"/>
                </a:solidFill>
                <a:latin typeface="+mj-lt"/>
                <a:ea typeface="+mj-ea"/>
                <a:cs typeface="Biome" panose="020B0503030204020804" pitchFamily="34" charset="0"/>
              </a:defRPr>
            </a:lvl1pPr>
          </a:lstStyle>
          <a:p>
            <a:r>
              <a:rPr lang="en-ZA" sz="6600" dirty="0"/>
              <a:t>CREDIT RISK PREDICTION SYSTEM</a:t>
            </a:r>
          </a:p>
          <a:p>
            <a:endParaRPr lang="en-ZA" sz="3200" dirty="0"/>
          </a:p>
          <a:p>
            <a:pPr algn="just"/>
            <a:r>
              <a:rPr lang="en-ZA" sz="2000" b="1" dirty="0">
                <a:solidFill>
                  <a:schemeClr val="tx2"/>
                </a:solidFill>
              </a:rPr>
              <a:t>Applying Machine Learning Life Cycle to classify Loan applicants as High-risk or Low-risk</a:t>
            </a:r>
          </a:p>
          <a:p>
            <a:pPr algn="just"/>
            <a:endParaRPr lang="en-ZA" sz="2000" b="1" dirty="0">
              <a:solidFill>
                <a:schemeClr val="tx2"/>
              </a:solidFill>
            </a:endParaRPr>
          </a:p>
          <a:p>
            <a:pPr algn="just"/>
            <a:endParaRPr lang="en-ZA" sz="2000" b="1" dirty="0">
              <a:solidFill>
                <a:schemeClr val="tx2"/>
              </a:solidFill>
            </a:endParaRPr>
          </a:p>
          <a:p>
            <a:pPr algn="just"/>
            <a:endParaRPr lang="en-ZA" sz="2000" b="1" dirty="0">
              <a:solidFill>
                <a:schemeClr val="tx2"/>
              </a:solidFill>
            </a:endParaRPr>
          </a:p>
          <a:p>
            <a:pPr algn="just"/>
            <a:endParaRPr lang="en-ZA" sz="20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96142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45175-D007-C5CD-FD93-BDCE997880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199" y="457200"/>
            <a:ext cx="9982201" cy="1355558"/>
          </a:xfrm>
        </p:spPr>
        <p:txBody>
          <a:bodyPr>
            <a:normAutofit/>
          </a:bodyPr>
          <a:lstStyle/>
          <a:p>
            <a:r>
              <a:rPr lang="en-ZA" sz="3200" b="1" dirty="0">
                <a:solidFill>
                  <a:schemeClr val="tx2"/>
                </a:solidFill>
              </a:rPr>
              <a:t>Problem Statement</a:t>
            </a:r>
            <a:br>
              <a:rPr lang="en-ZA" sz="3200" b="1" dirty="0">
                <a:solidFill>
                  <a:schemeClr val="tx2"/>
                </a:solidFill>
              </a:rPr>
            </a:br>
            <a:endParaRPr lang="en-ZA" sz="32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8054146"/>
      </p:ext>
    </p:extLst>
  </p:cSld>
  <p:clrMapOvr>
    <a:masterClrMapping/>
  </p:clrMapOvr>
</p:sld>
</file>

<file path=ppt/theme/theme1.xml><?xml version="1.0" encoding="utf-8"?>
<a:theme xmlns:a="http://schemas.openxmlformats.org/drawingml/2006/main" name="Prismatic polygons">
  <a:themeElements>
    <a:clrScheme name="Glassmorphism">
      <a:dk1>
        <a:srgbClr val="2A0053"/>
      </a:dk1>
      <a:lt1>
        <a:srgbClr val="FFFFFF"/>
      </a:lt1>
      <a:dk2>
        <a:srgbClr val="000000"/>
      </a:dk2>
      <a:lt2>
        <a:srgbClr val="EEEFE7"/>
      </a:lt2>
      <a:accent1>
        <a:srgbClr val="FF8A28"/>
      </a:accent1>
      <a:accent2>
        <a:srgbClr val="F195FF"/>
      </a:accent2>
      <a:accent3>
        <a:srgbClr val="E227FF"/>
      </a:accent3>
      <a:accent4>
        <a:srgbClr val="FF0004"/>
      </a:accent4>
      <a:accent5>
        <a:srgbClr val="1906C5"/>
      </a:accent5>
      <a:accent6>
        <a:srgbClr val="31B564"/>
      </a:accent6>
      <a:hlink>
        <a:srgbClr val="467886"/>
      </a:hlink>
      <a:folHlink>
        <a:srgbClr val="96607D"/>
      </a:folHlink>
    </a:clrScheme>
    <a:fontScheme name="Custom 82">
      <a:majorFont>
        <a:latin typeface="Chamberi Super Display"/>
        <a:ea typeface=""/>
        <a:cs typeface=""/>
      </a:majorFont>
      <a:minorFont>
        <a:latin typeface="Apto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lassmorphism_wac_SD_V5 (Prismatic Polygons).pptx" id="{B385A2A1-EF3F-4C3B-9DAC-1996EB6D3A54}" vid="{B3C5DF8C-E290-4834-9BBD-6D53C49DE7F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{4032290B-160E-494F-9445-95F4AF33A32A}76eb6e63-359a-49aa-b46c-7c5b67ea33bb-TF1ddfefa5-03ef-44f0-b9f8-5e27349af6c5_win32</Template>
  <TotalTime>166</TotalTime>
  <Words>21</Words>
  <Application>Microsoft Office PowerPoint</Application>
  <PresentationFormat>Widescreen</PresentationFormat>
  <Paragraphs>7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Light</vt:lpstr>
      <vt:lpstr>Arial</vt:lpstr>
      <vt:lpstr>Chamberi Super Display</vt:lpstr>
      <vt:lpstr>Prismatic polygons</vt:lpstr>
      <vt:lpstr>PowerPoint Presentation</vt:lpstr>
      <vt:lpstr>Problem Statement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Thembelihle Nkosi</dc:creator>
  <cp:lastModifiedBy>Thembelihle Nkosi</cp:lastModifiedBy>
  <cp:revision>1</cp:revision>
  <dcterms:created xsi:type="dcterms:W3CDTF">2026-08-31T07:42:20Z</dcterms:created>
  <dcterms:modified xsi:type="dcterms:W3CDTF">2026-09-01T10:18:14Z</dcterms:modified>
</cp:coreProperties>
</file>