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9" r:id="rId1"/>
  </p:sldMasterIdLst>
  <p:notesMasterIdLst>
    <p:notesMasterId r:id="rId9"/>
  </p:notesMasterIdLst>
  <p:handoutMasterIdLst>
    <p:handoutMasterId r:id="rId10"/>
  </p:handout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3DC37-C6E7-4D03-9B6A-5B1F4D882761}" v="50" dt="2026-09-02T08:36:14.8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8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mbelihle Nkosi" userId="34acb82be647289d" providerId="LiveId" clId="{A75475CB-E90B-49A7-8916-1196816BF4F1}"/>
    <pc:docChg chg="undo custSel addSld delSld modSld">
      <pc:chgData name="Thembelihle Nkosi" userId="34acb82be647289d" providerId="LiveId" clId="{A75475CB-E90B-49A7-8916-1196816BF4F1}" dt="2026-09-02T08:46:53.098" v="4655" actId="20577"/>
      <pc:docMkLst>
        <pc:docMk/>
      </pc:docMkLst>
      <pc:sldChg chg="addSp delSp modSp mod">
        <pc:chgData name="Thembelihle Nkosi" userId="34acb82be647289d" providerId="LiveId" clId="{A75475CB-E90B-49A7-8916-1196816BF4F1}" dt="2026-09-01T13:21:11.951" v="2069" actId="767"/>
        <pc:sldMkLst>
          <pc:docMk/>
          <pc:sldMk cId="2329614230" sldId="260"/>
        </pc:sldMkLst>
        <pc:spChg chg="del mod">
          <ac:chgData name="Thembelihle Nkosi" userId="34acb82be647289d" providerId="LiveId" clId="{A75475CB-E90B-49A7-8916-1196816BF4F1}" dt="2026-09-01T10:17:54.735" v="273" actId="21"/>
          <ac:spMkLst>
            <pc:docMk/>
            <pc:sldMk cId="2329614230" sldId="260"/>
            <ac:spMk id="3" creationId="{F01FB9CD-CBF7-C634-8B2F-5E2490FDF9F0}"/>
          </ac:spMkLst>
        </pc:spChg>
        <pc:spChg chg="add del mod">
          <ac:chgData name="Thembelihle Nkosi" userId="34acb82be647289d" providerId="LiveId" clId="{A75475CB-E90B-49A7-8916-1196816BF4F1}" dt="2026-09-01T10:18:01.794" v="274" actId="21"/>
          <ac:spMkLst>
            <pc:docMk/>
            <pc:sldMk cId="2329614230" sldId="260"/>
            <ac:spMk id="4" creationId="{1FBDF25C-ACB6-0A9E-3317-64B27F1922D0}"/>
          </ac:spMkLst>
        </pc:spChg>
        <pc:spChg chg="add mod">
          <ac:chgData name="Thembelihle Nkosi" userId="34acb82be647289d" providerId="LiveId" clId="{A75475CB-E90B-49A7-8916-1196816BF4F1}" dt="2026-09-01T13:21:11.951" v="2069" actId="767"/>
          <ac:spMkLst>
            <pc:docMk/>
            <pc:sldMk cId="2329614230" sldId="260"/>
            <ac:spMk id="5" creationId="{A6D0165C-8135-7923-31EF-3C8382BDBCDC}"/>
          </ac:spMkLst>
        </pc:spChg>
        <pc:spChg chg="add mod">
          <ac:chgData name="Thembelihle Nkosi" userId="34acb82be647289d" providerId="LiveId" clId="{A75475CB-E90B-49A7-8916-1196816BF4F1}" dt="2026-09-01T10:18:10.257" v="275" actId="14100"/>
          <ac:spMkLst>
            <pc:docMk/>
            <pc:sldMk cId="2329614230" sldId="260"/>
            <ac:spMk id="6" creationId="{5C9BE093-E5B6-DA93-72FB-870FC733B4A2}"/>
          </ac:spMkLst>
        </pc:spChg>
      </pc:sldChg>
      <pc:sldChg chg="addSp delSp modSp new mod modClrScheme chgLayout">
        <pc:chgData name="Thembelihle Nkosi" userId="34acb82be647289d" providerId="LiveId" clId="{A75475CB-E90B-49A7-8916-1196816BF4F1}" dt="2026-09-01T12:54:19.761" v="1281" actId="255"/>
        <pc:sldMkLst>
          <pc:docMk/>
          <pc:sldMk cId="838054146" sldId="261"/>
        </pc:sldMkLst>
        <pc:spChg chg="mod">
          <ac:chgData name="Thembelihle Nkosi" userId="34acb82be647289d" providerId="LiveId" clId="{A75475CB-E90B-49A7-8916-1196816BF4F1}" dt="2026-09-01T12:54:19.761" v="1281" actId="255"/>
          <ac:spMkLst>
            <pc:docMk/>
            <pc:sldMk cId="838054146" sldId="261"/>
            <ac:spMk id="2" creationId="{D4445175-D007-C5CD-FD93-BDCE99788073}"/>
          </ac:spMkLst>
        </pc:spChg>
        <pc:spChg chg="add del mod">
          <ac:chgData name="Thembelihle Nkosi" userId="34acb82be647289d" providerId="LiveId" clId="{A75475CB-E90B-49A7-8916-1196816BF4F1}" dt="2026-09-01T12:34:17.563" v="359"/>
          <ac:spMkLst>
            <pc:docMk/>
            <pc:sldMk cId="838054146" sldId="261"/>
            <ac:spMk id="3" creationId="{6C4FB046-603E-EC96-E409-50DB82D094E4}"/>
          </ac:spMkLst>
        </pc:spChg>
        <pc:spChg chg="add del mod">
          <ac:chgData name="Thembelihle Nkosi" userId="34acb82be647289d" providerId="LiveId" clId="{A75475CB-E90B-49A7-8916-1196816BF4F1}" dt="2026-09-01T12:34:29.212" v="364"/>
          <ac:spMkLst>
            <pc:docMk/>
            <pc:sldMk cId="838054146" sldId="261"/>
            <ac:spMk id="4" creationId="{D70F0641-8541-7E07-2E38-514A29B1636D}"/>
          </ac:spMkLst>
        </pc:spChg>
        <pc:spChg chg="add del mod">
          <ac:chgData name="Thembelihle Nkosi" userId="34acb82be647289d" providerId="LiveId" clId="{A75475CB-E90B-49A7-8916-1196816BF4F1}" dt="2026-09-01T12:34:40.214" v="369"/>
          <ac:spMkLst>
            <pc:docMk/>
            <pc:sldMk cId="838054146" sldId="261"/>
            <ac:spMk id="5" creationId="{3BF37DB5-02DC-00FE-3630-07A3BA894AEF}"/>
          </ac:spMkLst>
        </pc:spChg>
        <pc:spChg chg="add del mod">
          <ac:chgData name="Thembelihle Nkosi" userId="34acb82be647289d" providerId="LiveId" clId="{A75475CB-E90B-49A7-8916-1196816BF4F1}" dt="2026-09-01T12:34:50.241" v="373"/>
          <ac:spMkLst>
            <pc:docMk/>
            <pc:sldMk cId="838054146" sldId="261"/>
            <ac:spMk id="6" creationId="{527344D4-F8C2-10AC-0B28-0856DBA44DDE}"/>
          </ac:spMkLst>
        </pc:spChg>
        <pc:spChg chg="add mod">
          <ac:chgData name="Thembelihle Nkosi" userId="34acb82be647289d" providerId="LiveId" clId="{A75475CB-E90B-49A7-8916-1196816BF4F1}" dt="2026-09-01T12:34:53.899" v="375" actId="767"/>
          <ac:spMkLst>
            <pc:docMk/>
            <pc:sldMk cId="838054146" sldId="261"/>
            <ac:spMk id="7" creationId="{7291D5DB-E1BD-441C-1DF5-125C38CA2BC1}"/>
          </ac:spMkLst>
        </pc:spChg>
        <pc:spChg chg="add del mod">
          <ac:chgData name="Thembelihle Nkosi" userId="34acb82be647289d" providerId="LiveId" clId="{A75475CB-E90B-49A7-8916-1196816BF4F1}" dt="2026-09-01T12:37:35.171" v="517" actId="21"/>
          <ac:spMkLst>
            <pc:docMk/>
            <pc:sldMk cId="838054146" sldId="261"/>
            <ac:spMk id="8" creationId="{7D20854A-47DF-F5F2-D2DF-D34708329EBB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9" creationId="{750E653F-6E68-281C-E99D-C4D1D81B0B5F}"/>
          </ac:spMkLst>
        </pc:spChg>
        <pc:spChg chg="add del">
          <ac:chgData name="Thembelihle Nkosi" userId="34acb82be647289d" providerId="LiveId" clId="{A75475CB-E90B-49A7-8916-1196816BF4F1}" dt="2026-09-01T12:38:34.664" v="525" actId="22"/>
          <ac:spMkLst>
            <pc:docMk/>
            <pc:sldMk cId="838054146" sldId="261"/>
            <ac:spMk id="11" creationId="{3D11413E-DA74-962A-71F2-6AAEFAACB32E}"/>
          </ac:spMkLst>
        </pc:spChg>
        <pc:spChg chg="add del">
          <ac:chgData name="Thembelihle Nkosi" userId="34acb82be647289d" providerId="LiveId" clId="{A75475CB-E90B-49A7-8916-1196816BF4F1}" dt="2026-09-01T12:41:01.386" v="656" actId="11529"/>
          <ac:spMkLst>
            <pc:docMk/>
            <pc:sldMk cId="838054146" sldId="261"/>
            <ac:spMk id="12" creationId="{358392A8-CB4E-1274-1E0D-F14ED8CD8088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13" creationId="{81704100-503A-5AA9-1CB7-EB4AF3302DEC}"/>
          </ac:spMkLst>
        </pc:spChg>
        <pc:spChg chg="mod">
          <ac:chgData name="Thembelihle Nkosi" userId="34acb82be647289d" providerId="LiveId" clId="{A75475CB-E90B-49A7-8916-1196816BF4F1}" dt="2026-09-01T12:47:16.630" v="792" actId="20577"/>
          <ac:spMkLst>
            <pc:docMk/>
            <pc:sldMk cId="838054146" sldId="261"/>
            <ac:spMk id="16" creationId="{91E567BE-EA72-C968-298B-C0D12C129F2D}"/>
          </ac:spMkLst>
        </pc:spChg>
        <pc:spChg chg="mod">
          <ac:chgData name="Thembelihle Nkosi" userId="34acb82be647289d" providerId="LiveId" clId="{A75475CB-E90B-49A7-8916-1196816BF4F1}" dt="2026-09-01T12:45:49.056" v="677" actId="20577"/>
          <ac:spMkLst>
            <pc:docMk/>
            <pc:sldMk cId="838054146" sldId="261"/>
            <ac:spMk id="17" creationId="{F80C31BA-E3EB-C530-2F9C-3316994CC296}"/>
          </ac:spMkLst>
        </pc:spChg>
        <pc:spChg chg="mod">
          <ac:chgData name="Thembelihle Nkosi" userId="34acb82be647289d" providerId="LiveId" clId="{A75475CB-E90B-49A7-8916-1196816BF4F1}" dt="2026-09-01T12:48:33.975" v="937" actId="20577"/>
          <ac:spMkLst>
            <pc:docMk/>
            <pc:sldMk cId="838054146" sldId="261"/>
            <ac:spMk id="19" creationId="{06ABC3D6-86BF-F2D2-2263-F8A492EC6AA6}"/>
          </ac:spMkLst>
        </pc:spChg>
        <pc:spChg chg="mod">
          <ac:chgData name="Thembelihle Nkosi" userId="34acb82be647289d" providerId="LiveId" clId="{A75475CB-E90B-49A7-8916-1196816BF4F1}" dt="2026-09-01T12:45:53.364" v="678" actId="20577"/>
          <ac:spMkLst>
            <pc:docMk/>
            <pc:sldMk cId="838054146" sldId="261"/>
            <ac:spMk id="20" creationId="{2FAAA1C8-AE57-9FE7-2995-748176148515}"/>
          </ac:spMkLst>
        </pc:spChg>
        <pc:spChg chg="add mod">
          <ac:chgData name="Thembelihle Nkosi" userId="34acb82be647289d" providerId="LiveId" clId="{A75475CB-E90B-49A7-8916-1196816BF4F1}" dt="2026-09-01T12:54:03.639" v="1280" actId="14100"/>
          <ac:spMkLst>
            <pc:docMk/>
            <pc:sldMk cId="838054146" sldId="261"/>
            <ac:spMk id="22" creationId="{BEF16CDA-C0B0-113E-B233-58D439B4DF9C}"/>
          </ac:spMkLst>
        </pc:s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4" creationId="{F3FE3E5B-23FD-6E84-D37F-94D2DCD760F8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5" creationId="{14CFD373-C87B-6550-F58E-12B1192517EB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8" creationId="{12FAF7CE-4ABB-2F24-961D-EA15B9EC213B}"/>
          </ac:grpSpMkLst>
        </pc:grpChg>
        <pc:grpChg chg="add mod">
          <ac:chgData name="Thembelihle Nkosi" userId="34acb82be647289d" providerId="LiveId" clId="{A75475CB-E90B-49A7-8916-1196816BF4F1}" dt="2026-09-01T12:53:54.608" v="1278" actId="1076"/>
          <ac:grpSpMkLst>
            <pc:docMk/>
            <pc:sldMk cId="838054146" sldId="261"/>
            <ac:grpSpMk id="21" creationId="{2AE957D7-471B-E718-EF04-388FCCC3E7FB}"/>
          </ac:grpSpMkLst>
        </pc:grpChg>
      </pc:sldChg>
      <pc:sldChg chg="addSp delSp modSp new mod">
        <pc:chgData name="Thembelihle Nkosi" userId="34acb82be647289d" providerId="LiveId" clId="{A75475CB-E90B-49A7-8916-1196816BF4F1}" dt="2026-09-02T08:35:57.616" v="4427" actId="164"/>
        <pc:sldMkLst>
          <pc:docMk/>
          <pc:sldMk cId="1420003605" sldId="262"/>
        </pc:sldMkLst>
        <pc:spChg chg="mod">
          <ac:chgData name="Thembelihle Nkosi" userId="34acb82be647289d" providerId="LiveId" clId="{A75475CB-E90B-49A7-8916-1196816BF4F1}" dt="2026-09-02T08:33:35.084" v="4409" actId="1076"/>
          <ac:spMkLst>
            <pc:docMk/>
            <pc:sldMk cId="1420003605" sldId="262"/>
            <ac:spMk id="2" creationId="{30C09699-B87A-D2F8-DF10-D9F76F6021D4}"/>
          </ac:spMkLst>
        </pc:spChg>
        <pc:spChg chg="add mod">
          <ac:chgData name="Thembelihle Nkosi" userId="34acb82be647289d" providerId="LiveId" clId="{A75475CB-E90B-49A7-8916-1196816BF4F1}" dt="2026-09-01T12:57:11.188" v="1335" actId="767"/>
          <ac:spMkLst>
            <pc:docMk/>
            <pc:sldMk cId="1420003605" sldId="262"/>
            <ac:spMk id="3" creationId="{717D40CD-0B84-4C31-ECF8-D1C62B229695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4" creationId="{9338586F-97B7-4B4D-B65A-F4F4BE39E158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6" creationId="{6A2BF41D-8296-2AE8-41C7-DBD3D006BBAC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8" creationId="{767C5B18-4A8C-0C61-0149-C57FC6A85F88}"/>
          </ac:spMkLst>
        </pc:spChg>
        <pc:spChg chg="add mod">
          <ac:chgData name="Thembelihle Nkosi" userId="34acb82be647289d" providerId="LiveId" clId="{A75475CB-E90B-49A7-8916-1196816BF4F1}" dt="2026-09-01T13:02:24.807" v="1505" actId="767"/>
          <ac:spMkLst>
            <pc:docMk/>
            <pc:sldMk cId="1420003605" sldId="262"/>
            <ac:spMk id="10" creationId="{965FB033-6B89-0B51-38C3-7D9D69520CAA}"/>
          </ac:spMkLst>
        </pc:spChg>
        <pc:spChg chg="add mod">
          <ac:chgData name="Thembelihle Nkosi" userId="34acb82be647289d" providerId="LiveId" clId="{A75475CB-E90B-49A7-8916-1196816BF4F1}" dt="2026-09-02T08:34:27.321" v="4421" actId="1076"/>
          <ac:spMkLst>
            <pc:docMk/>
            <pc:sldMk cId="1420003605" sldId="262"/>
            <ac:spMk id="11" creationId="{EB6BF935-14F4-D51F-83E7-4EEBDEF35282}"/>
          </ac:spMkLst>
        </pc:spChg>
        <pc:spChg chg="add mod">
          <ac:chgData name="Thembelihle Nkosi" userId="34acb82be647289d" providerId="LiveId" clId="{A75475CB-E90B-49A7-8916-1196816BF4F1}" dt="2026-09-01T13:20:09.456" v="2067" actId="767"/>
          <ac:spMkLst>
            <pc:docMk/>
            <pc:sldMk cId="1420003605" sldId="262"/>
            <ac:spMk id="13" creationId="{266BE0AC-17C6-B832-1CCB-8C31E5337448}"/>
          </ac:spMkLst>
        </pc:spChg>
        <pc:grpChg chg="add mod">
          <ac:chgData name="Thembelihle Nkosi" userId="34acb82be647289d" providerId="LiveId" clId="{A75475CB-E90B-49A7-8916-1196816BF4F1}" dt="2026-09-02T08:35:57.616" v="4427" actId="164"/>
          <ac:grpSpMkLst>
            <pc:docMk/>
            <pc:sldMk cId="1420003605" sldId="262"/>
            <ac:grpSpMk id="7" creationId="{D831B685-E072-5AF0-6D34-0532AB2C0109}"/>
          </ac:grpSpMkLst>
        </pc:grpChg>
        <pc:grpChg chg="add del mod">
          <ac:chgData name="Thembelihle Nkosi" userId="34acb82be647289d" providerId="LiveId" clId="{A75475CB-E90B-49A7-8916-1196816BF4F1}" dt="2026-09-02T08:33:12.596" v="4405" actId="165"/>
          <ac:grpSpMkLst>
            <pc:docMk/>
            <pc:sldMk cId="1420003605" sldId="262"/>
            <ac:grpSpMk id="9" creationId="{B5268710-362F-5D3A-ADEF-E878E929E19D}"/>
          </ac:grpSpMkLst>
        </pc:grpChg>
        <pc:graphicFrameChg chg="add mod modGraphic">
          <ac:chgData name="Thembelihle Nkosi" userId="34acb82be647289d" providerId="LiveId" clId="{A75475CB-E90B-49A7-8916-1196816BF4F1}" dt="2026-09-02T08:34:23.727" v="4420" actId="1076"/>
          <ac:graphicFrameMkLst>
            <pc:docMk/>
            <pc:sldMk cId="1420003605" sldId="262"/>
            <ac:graphicFrameMk id="12" creationId="{F1211279-574A-404D-07AE-BAEDD03880BB}"/>
          </ac:graphicFrameMkLst>
        </pc:graphicFrameChg>
        <pc:picChg chg="add mod">
          <ac:chgData name="Thembelihle Nkosi" userId="34acb82be647289d" providerId="LiveId" clId="{A75475CB-E90B-49A7-8916-1196816BF4F1}" dt="2026-09-02T08:35:07.299" v="4426" actId="1076"/>
          <ac:picMkLst>
            <pc:docMk/>
            <pc:sldMk cId="1420003605" sldId="262"/>
            <ac:picMk id="5" creationId="{6CC99FC1-5497-0D82-F843-27530B5CCB86}"/>
          </ac:picMkLst>
        </pc:picChg>
      </pc:sldChg>
      <pc:sldChg chg="addSp delSp modSp new mod">
        <pc:chgData name="Thembelihle Nkosi" userId="34acb82be647289d" providerId="LiveId" clId="{A75475CB-E90B-49A7-8916-1196816BF4F1}" dt="2026-09-02T08:40:08.754" v="4449" actId="1035"/>
        <pc:sldMkLst>
          <pc:docMk/>
          <pc:sldMk cId="1320807106" sldId="263"/>
        </pc:sldMkLst>
        <pc:spChg chg="add del mod">
          <ac:chgData name="Thembelihle Nkosi" userId="34acb82be647289d" providerId="LiveId" clId="{A75475CB-E90B-49A7-8916-1196816BF4F1}" dt="2026-09-01T13:22:24.321" v="2073"/>
          <ac:spMkLst>
            <pc:docMk/>
            <pc:sldMk cId="1320807106" sldId="263"/>
            <ac:spMk id="3" creationId="{86ADD3DE-FFFE-B99A-C8AC-6BC7D119CEF4}"/>
          </ac:spMkLst>
        </pc:spChg>
        <pc:spChg chg="add mod">
          <ac:chgData name="Thembelihle Nkosi" userId="34acb82be647289d" providerId="LiveId" clId="{A75475CB-E90B-49A7-8916-1196816BF4F1}" dt="2026-09-02T08:38:57.927" v="4439" actId="14100"/>
          <ac:spMkLst>
            <pc:docMk/>
            <pc:sldMk cId="1320807106" sldId="263"/>
            <ac:spMk id="4" creationId="{34C5732B-A0FC-6BE7-66B4-BD16ABA69C2E}"/>
          </ac:spMkLst>
        </pc:spChg>
        <pc:spChg chg="add mod topLvl">
          <ac:chgData name="Thembelihle Nkosi" userId="34acb82be647289d" providerId="LiveId" clId="{A75475CB-E90B-49A7-8916-1196816BF4F1}" dt="2026-09-02T08:36:20.131" v="4430" actId="1076"/>
          <ac:spMkLst>
            <pc:docMk/>
            <pc:sldMk cId="1320807106" sldId="263"/>
            <ac:spMk id="5" creationId="{F16DFC1D-4B85-6FFB-08AF-FF5552E231FF}"/>
          </ac:spMkLst>
        </pc:spChg>
        <pc:spChg chg="add del mod">
          <ac:chgData name="Thembelihle Nkosi" userId="34acb82be647289d" providerId="LiveId" clId="{A75475CB-E90B-49A7-8916-1196816BF4F1}" dt="2026-09-01T13:24:28.770" v="2115" actId="21"/>
          <ac:spMkLst>
            <pc:docMk/>
            <pc:sldMk cId="1320807106" sldId="263"/>
            <ac:spMk id="7" creationId="{C968A2AA-1A50-0DF9-3A2B-B7823CFD28C5}"/>
          </ac:spMkLst>
        </pc:spChg>
        <pc:spChg chg="add del mod">
          <ac:chgData name="Thembelihle Nkosi" userId="34acb82be647289d" providerId="LiveId" clId="{A75475CB-E90B-49A7-8916-1196816BF4F1}" dt="2026-09-01T13:24:26.396" v="2114" actId="21"/>
          <ac:spMkLst>
            <pc:docMk/>
            <pc:sldMk cId="1320807106" sldId="263"/>
            <ac:spMk id="9" creationId="{D2323175-B4C2-4BD7-6D9C-5F0D7B5D92E9}"/>
          </ac:spMkLst>
        </pc:spChg>
        <pc:spChg chg="add mod topLvl">
          <ac:chgData name="Thembelihle Nkosi" userId="34acb82be647289d" providerId="LiveId" clId="{A75475CB-E90B-49A7-8916-1196816BF4F1}" dt="2026-09-02T08:36:24.843" v="4431" actId="1076"/>
          <ac:spMkLst>
            <pc:docMk/>
            <pc:sldMk cId="1320807106" sldId="263"/>
            <ac:spMk id="11" creationId="{AE71BBAF-2E2F-12D9-77D9-E3A23E6F4AB7}"/>
          </ac:spMkLst>
        </pc:spChg>
        <pc:spChg chg="add mod topLvl">
          <ac:chgData name="Thembelihle Nkosi" userId="34acb82be647289d" providerId="LiveId" clId="{A75475CB-E90B-49A7-8916-1196816BF4F1}" dt="2026-09-02T08:38:26.561" v="4433" actId="1076"/>
          <ac:spMkLst>
            <pc:docMk/>
            <pc:sldMk cId="1320807106" sldId="263"/>
            <ac:spMk id="13" creationId="{0B8DEA96-23F7-4671-8B04-75C8E827447D}"/>
          </ac:spMkLst>
        </pc:spChg>
        <pc:spChg chg="add mod topLvl">
          <ac:chgData name="Thembelihle Nkosi" userId="34acb82be647289d" providerId="LiveId" clId="{A75475CB-E90B-49A7-8916-1196816BF4F1}" dt="2026-09-02T08:38:30.239" v="4434" actId="1076"/>
          <ac:spMkLst>
            <pc:docMk/>
            <pc:sldMk cId="1320807106" sldId="263"/>
            <ac:spMk id="15" creationId="{E6101395-99E0-F679-1F64-061F36C0955F}"/>
          </ac:spMkLst>
        </pc:spChg>
        <pc:spChg chg="add mod topLvl">
          <ac:chgData name="Thembelihle Nkosi" userId="34acb82be647289d" providerId="LiveId" clId="{A75475CB-E90B-49A7-8916-1196816BF4F1}" dt="2026-09-02T08:38:44.567" v="4437" actId="1076"/>
          <ac:spMkLst>
            <pc:docMk/>
            <pc:sldMk cId="1320807106" sldId="263"/>
            <ac:spMk id="17" creationId="{969CBD7C-1F4E-DEC1-7570-2CE212A58AC1}"/>
          </ac:spMkLst>
        </pc:spChg>
        <pc:spChg chg="add mod topLvl">
          <ac:chgData name="Thembelihle Nkosi" userId="34acb82be647289d" providerId="LiveId" clId="{A75475CB-E90B-49A7-8916-1196816BF4F1}" dt="2026-09-02T08:38:39.019" v="4436" actId="1076"/>
          <ac:spMkLst>
            <pc:docMk/>
            <pc:sldMk cId="1320807106" sldId="263"/>
            <ac:spMk id="19" creationId="{E069293D-C6DB-B694-09E4-84AC977ADF74}"/>
          </ac:spMkLst>
        </pc:spChg>
        <pc:grpChg chg="add del mod">
          <ac:chgData name="Thembelihle Nkosi" userId="34acb82be647289d" providerId="LiveId" clId="{A75475CB-E90B-49A7-8916-1196816BF4F1}" dt="2026-09-02T08:36:14.893" v="4429" actId="165"/>
          <ac:grpSpMkLst>
            <pc:docMk/>
            <pc:sldMk cId="1320807106" sldId="263"/>
            <ac:grpSpMk id="20" creationId="{452FD5C8-F8BA-B7F9-0F73-AB18189159C9}"/>
          </ac:grpSpMkLst>
        </pc:grpChg>
        <pc:picChg chg="add mod">
          <ac:chgData name="Thembelihle Nkosi" userId="34acb82be647289d" providerId="LiveId" clId="{A75475CB-E90B-49A7-8916-1196816BF4F1}" dt="2026-09-02T08:40:08.754" v="4449" actId="1035"/>
          <ac:picMkLst>
            <pc:docMk/>
            <pc:sldMk cId="1320807106" sldId="263"/>
            <ac:picMk id="6" creationId="{AFEBA0FF-BBCD-5D95-F59E-BDA53C650EEB}"/>
          </ac:picMkLst>
        </pc:picChg>
      </pc:sldChg>
      <pc:sldChg chg="addSp delSp modSp new mod">
        <pc:chgData name="Thembelihle Nkosi" userId="34acb82be647289d" providerId="LiveId" clId="{A75475CB-E90B-49A7-8916-1196816BF4F1}" dt="2026-09-02T07:49:55.799" v="3807" actId="14100"/>
        <pc:sldMkLst>
          <pc:docMk/>
          <pc:sldMk cId="855587190" sldId="264"/>
        </pc:sldMkLst>
        <pc:spChg chg="mod">
          <ac:chgData name="Thembelihle Nkosi" userId="34acb82be647289d" providerId="LiveId" clId="{A75475CB-E90B-49A7-8916-1196816BF4F1}" dt="2026-09-02T07:49:46.366" v="3805" actId="14100"/>
          <ac:spMkLst>
            <pc:docMk/>
            <pc:sldMk cId="855587190" sldId="264"/>
            <ac:spMk id="2" creationId="{DEE19E3C-E9B3-43B6-3190-55C9663706B5}"/>
          </ac:spMkLst>
        </pc:spChg>
        <pc:spChg chg="add del mod">
          <ac:chgData name="Thembelihle Nkosi" userId="34acb82be647289d" providerId="LiveId" clId="{A75475CB-E90B-49A7-8916-1196816BF4F1}" dt="2026-09-01T19:41:57.453" v="2819"/>
          <ac:spMkLst>
            <pc:docMk/>
            <pc:sldMk cId="855587190" sldId="264"/>
            <ac:spMk id="4" creationId="{5B088CE8-596E-065F-49E7-9C53370C71E7}"/>
          </ac:spMkLst>
        </pc:spChg>
        <pc:spChg chg="add del mod">
          <ac:chgData name="Thembelihle Nkosi" userId="34acb82be647289d" providerId="LiveId" clId="{A75475CB-E90B-49A7-8916-1196816BF4F1}" dt="2026-09-01T19:59:42.852" v="3704"/>
          <ac:spMkLst>
            <pc:docMk/>
            <pc:sldMk cId="855587190" sldId="264"/>
            <ac:spMk id="6" creationId="{F083230C-9E57-A5BA-4F7B-EB7DF4165982}"/>
          </ac:spMkLst>
        </pc:spChg>
        <pc:graphicFrameChg chg="add mod modGraphic">
          <ac:chgData name="Thembelihle Nkosi" userId="34acb82be647289d" providerId="LiveId" clId="{A75475CB-E90B-49A7-8916-1196816BF4F1}" dt="2026-09-02T07:49:55.799" v="3807" actId="14100"/>
          <ac:graphicFrameMkLst>
            <pc:docMk/>
            <pc:sldMk cId="855587190" sldId="264"/>
            <ac:graphicFrameMk id="5" creationId="{58FF69B2-7E30-0308-1586-D628F46E045E}"/>
          </ac:graphicFrameMkLst>
        </pc:graphicFrameChg>
      </pc:sldChg>
      <pc:sldChg chg="new del">
        <pc:chgData name="Thembelihle Nkosi" userId="34acb82be647289d" providerId="LiveId" clId="{A75475CB-E90B-49A7-8916-1196816BF4F1}" dt="2026-09-02T07:48:43.830" v="3797" actId="680"/>
        <pc:sldMkLst>
          <pc:docMk/>
          <pc:sldMk cId="2169082369" sldId="265"/>
        </pc:sldMkLst>
      </pc:sldChg>
      <pc:sldChg chg="addSp modSp new mod modClrScheme chgLayout">
        <pc:chgData name="Thembelihle Nkosi" userId="34acb82be647289d" providerId="LiveId" clId="{A75475CB-E90B-49A7-8916-1196816BF4F1}" dt="2026-09-02T08:26:57.205" v="4291" actId="14100"/>
        <pc:sldMkLst>
          <pc:docMk/>
          <pc:sldMk cId="4224083050" sldId="265"/>
        </pc:sldMkLst>
        <pc:spChg chg="mod ord">
          <ac:chgData name="Thembelihle Nkosi" userId="34acb82be647289d" providerId="LiveId" clId="{A75475CB-E90B-49A7-8916-1196816BF4F1}" dt="2026-09-02T07:53:50.539" v="3924" actId="14100"/>
          <ac:spMkLst>
            <pc:docMk/>
            <pc:sldMk cId="4224083050" sldId="265"/>
            <ac:spMk id="2" creationId="{FD3F206E-8859-03F4-D25B-742E549DD91C}"/>
          </ac:spMkLst>
        </pc:spChg>
        <pc:spChg chg="mod ord">
          <ac:chgData name="Thembelihle Nkosi" userId="34acb82be647289d" providerId="LiveId" clId="{A75475CB-E90B-49A7-8916-1196816BF4F1}" dt="2026-09-02T07:53:03.375" v="3917" actId="700"/>
          <ac:spMkLst>
            <pc:docMk/>
            <pc:sldMk cId="4224083050" sldId="265"/>
            <ac:spMk id="3" creationId="{AC397655-5486-D6F2-06F1-ABF1420A763F}"/>
          </ac:spMkLst>
        </pc:spChg>
        <pc:spChg chg="add mod">
          <ac:chgData name="Thembelihle Nkosi" userId="34acb82be647289d" providerId="LiveId" clId="{A75475CB-E90B-49A7-8916-1196816BF4F1}" dt="2026-09-02T07:54:43.413" v="4031" actId="20577"/>
          <ac:spMkLst>
            <pc:docMk/>
            <pc:sldMk cId="4224083050" sldId="265"/>
            <ac:spMk id="4" creationId="{68678F28-5190-6A5D-62A5-015767B1BC1D}"/>
          </ac:spMkLst>
        </pc:spChg>
        <pc:spChg chg="add mod">
          <ac:chgData name="Thembelihle Nkosi" userId="34acb82be647289d" providerId="LiveId" clId="{A75475CB-E90B-49A7-8916-1196816BF4F1}" dt="2026-09-02T07:56:58.126" v="4097" actId="14100"/>
          <ac:spMkLst>
            <pc:docMk/>
            <pc:sldMk cId="4224083050" sldId="265"/>
            <ac:spMk id="5" creationId="{101B37D2-ABBA-15BF-263E-02D2CA6E3131}"/>
          </ac:spMkLst>
        </pc:spChg>
        <pc:spChg chg="add mod">
          <ac:chgData name="Thembelihle Nkosi" userId="34acb82be647289d" providerId="LiveId" clId="{A75475CB-E90B-49A7-8916-1196816BF4F1}" dt="2026-09-02T08:26:43.411" v="4288" actId="1076"/>
          <ac:spMkLst>
            <pc:docMk/>
            <pc:sldMk cId="4224083050" sldId="265"/>
            <ac:spMk id="7" creationId="{DA97D7DB-313D-CFE8-5561-7E90996C9450}"/>
          </ac:spMkLst>
        </pc:spChg>
        <pc:spChg chg="add mod">
          <ac:chgData name="Thembelihle Nkosi" userId="34acb82be647289d" providerId="LiveId" clId="{A75475CB-E90B-49A7-8916-1196816BF4F1}" dt="2026-09-02T08:26:48.263" v="4289" actId="1076"/>
          <ac:spMkLst>
            <pc:docMk/>
            <pc:sldMk cId="4224083050" sldId="265"/>
            <ac:spMk id="8" creationId="{3202D219-EFBD-0B93-72B9-EB96D28B3591}"/>
          </ac:spMkLst>
        </pc:spChg>
        <pc:picChg chg="add mod">
          <ac:chgData name="Thembelihle Nkosi" userId="34acb82be647289d" providerId="LiveId" clId="{A75475CB-E90B-49A7-8916-1196816BF4F1}" dt="2026-09-02T08:26:57.205" v="4291" actId="14100"/>
          <ac:picMkLst>
            <pc:docMk/>
            <pc:sldMk cId="4224083050" sldId="265"/>
            <ac:picMk id="10" creationId="{6C017206-1816-2CDA-9AE8-0959A0BF2D66}"/>
          </ac:picMkLst>
        </pc:picChg>
      </pc:sldChg>
      <pc:sldChg chg="addSp modSp new mod chgLayout">
        <pc:chgData name="Thembelihle Nkosi" userId="34acb82be647289d" providerId="LiveId" clId="{A75475CB-E90B-49A7-8916-1196816BF4F1}" dt="2026-09-02T08:46:53.098" v="4655" actId="20577"/>
        <pc:sldMkLst>
          <pc:docMk/>
          <pc:sldMk cId="4169104927" sldId="266"/>
        </pc:sldMkLst>
        <pc:spChg chg="mod ord">
          <ac:chgData name="Thembelihle Nkosi" userId="34acb82be647289d" providerId="LiveId" clId="{A75475CB-E90B-49A7-8916-1196816BF4F1}" dt="2026-09-02T08:29:46.231" v="4351" actId="700"/>
          <ac:spMkLst>
            <pc:docMk/>
            <pc:sldMk cId="4169104927" sldId="266"/>
            <ac:spMk id="2" creationId="{D9CBD972-E19E-F98B-7232-3066ADCC0805}"/>
          </ac:spMkLst>
        </pc:spChg>
        <pc:spChg chg="mod ord">
          <ac:chgData name="Thembelihle Nkosi" userId="34acb82be647289d" providerId="LiveId" clId="{A75475CB-E90B-49A7-8916-1196816BF4F1}" dt="2026-09-02T08:29:46.231" v="4351" actId="700"/>
          <ac:spMkLst>
            <pc:docMk/>
            <pc:sldMk cId="4169104927" sldId="266"/>
            <ac:spMk id="3" creationId="{A064F995-DAC0-F2BA-F4B7-4AA15848CD5D}"/>
          </ac:spMkLst>
        </pc:spChg>
        <pc:spChg chg="add mod">
          <ac:chgData name="Thembelihle Nkosi" userId="34acb82be647289d" providerId="LiveId" clId="{A75475CB-E90B-49A7-8916-1196816BF4F1}" dt="2026-09-02T08:40:49.579" v="4451" actId="207"/>
          <ac:spMkLst>
            <pc:docMk/>
            <pc:sldMk cId="4169104927" sldId="266"/>
            <ac:spMk id="4" creationId="{7C1039FA-C227-0728-B80A-A04A4B6CE04E}"/>
          </ac:spMkLst>
        </pc:spChg>
        <pc:graphicFrameChg chg="add mod modGraphic">
          <ac:chgData name="Thembelihle Nkosi" userId="34acb82be647289d" providerId="LiveId" clId="{A75475CB-E90B-49A7-8916-1196816BF4F1}" dt="2026-09-02T08:46:53.098" v="4655" actId="20577"/>
          <ac:graphicFrameMkLst>
            <pc:docMk/>
            <pc:sldMk cId="4169104927" sldId="266"/>
            <ac:graphicFrameMk id="5" creationId="{CCFB4286-0FB1-4E05-CAE8-526E19E62BD2}"/>
          </ac:graphicFrameMkLst>
        </pc:graphicFrameChg>
      </pc:sldChg>
      <pc:sldChg chg="new del">
        <pc:chgData name="Thembelihle Nkosi" userId="34acb82be647289d" providerId="LiveId" clId="{A75475CB-E90B-49A7-8916-1196816BF4F1}" dt="2026-09-02T08:29:25.749" v="4350" actId="2696"/>
        <pc:sldMkLst>
          <pc:docMk/>
          <pc:sldMk cId="925457027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6E9A197A-58CB-3D36-18E2-0FC0CA0FC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Thembelihle Tili Nkosi 402313573</a:t>
            </a:r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98362AE-2C36-45F0-89C3-62A1A57AEF12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35A224EF-FAD4-494A-8BF2-CC9AEECE075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93A8513-14C1-4EA5-B816-85CB08185FD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C0CC24DD-B32E-4CAE-BEF6-5792F13223AA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BF832BF-3B44-4220-ADE4-8AF6F7957F7E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4909E381-6539-4489-B4FB-FB4B213947D0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926C-A806-4837-B2ED-C1FBC6C9862A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11D3-D3E2-4915-A910-087C484C19E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B57F29D-BFC4-4C38-8372-C0BD5CC9783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3A78FECD-A4F9-488C-8ADE-21AB9969B07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EDB7E-6F2A-4085-8709-B3C7F60273CE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8A7E8-38C1-40E5-8F4D-956F8B01E68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242BA-7514-4E8F-A1E5-B6D33FA3683D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CB03D3-CC37-49B7-AB28-BD9ECADD9218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6350C-9F11-4EBF-B094-107D7BEF280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6D37F7F2-020F-4336-87A4-17150DE1EE6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ECFD1D24-3E64-42AB-A9F0-9A28A6646A4C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2B2E4C63-596A-47BE-BE0F-FF0526384F5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CAD4C856-6C48-4F05-8C20-FA17C7CCDC6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5B8E69F-9AE3-4724-8776-3A6C261313A6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45ACF-50BA-4EE0-BE93-6D2796ACDECA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1DBE0817-F54E-4992-88DD-E1B2F6C81E7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586941F6-776C-4CFB-AA27-A0087DCEF11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1DF9D14-F163-4362-9787-D147A1B99C8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04AE55DE-D8CA-40AB-8042-F3F25A3A93EA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C8317-286A-4379-A764-765D2611957F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22DEBFB0-8C21-464F-B983-DA5E6097C3AC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7871E2FE-5516-4AFE-9DCA-4FB7C11D56C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637572F3-4776-431C-92C5-391680F7261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F7770AB-DC37-4B7F-9A8C-273E03C5221B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A78EBE9-E3B4-4D34-98D4-EDCF231D8E97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9D32C8A0-1A1A-468D-997E-C3017087B14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FC086BAF-8081-434A-9847-579DEEADDD8F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2AD65953-2978-4891-9AEB-00D723E1A06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AD74F-CF43-4C73-A781-3E241FBD448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D5FE2-0242-4672-B80A-E9802917FF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C69BDD-FB22-4830-AD6B-3D02A95A09F7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78C567-06D7-4B8F-84D5-5E142E2A352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C6B68E-07A2-447A-BB7A-C1165A5B3D0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4B96B-8D58-409B-9344-402C97479EC5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2A277-29BE-4061-AD8E-4C472F3E445C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B7A63E-3D18-4447-9785-7C0CAC60738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65A40A-6C5D-4291-939E-B3776F67CA2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DA5944-B733-478E-BF98-5DC75587345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BE1D580-B8B1-4D3E-8C1C-0681B1B376EE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1211C-75F1-4F06-BE7D-88201C59619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65AAE-87D1-4296-9368-86C54F3A53E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645FA-284C-401E-981E-43FE721C0C5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30B77-F388-4259-94E1-2078E6FD291A}" type="datetime1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38C45-5B71-4261-A3A7-C9D9B684A8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E63B0-523E-43F1-943D-AF5F3C578E5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CA961-2D1B-468B-8D0D-77698F868DD4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C9CC5-26B6-4FB3-B4FD-2898E7837501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4D9E3D53-2925-41A5-81A8-8FA2532A49A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5C9BE093-E5B6-DA93-72FB-870FC733B4A2}"/>
              </a:ext>
            </a:extLst>
          </p:cNvPr>
          <p:cNvSpPr txBox="1">
            <a:spLocks/>
          </p:cNvSpPr>
          <p:nvPr/>
        </p:nvSpPr>
        <p:spPr>
          <a:xfrm>
            <a:off x="818148" y="289248"/>
            <a:ext cx="11020926" cy="55610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9600" b="0" kern="1200" spc="0" baseline="0" dirty="0">
                <a:solidFill>
                  <a:schemeClr val="tx1"/>
                </a:solidFill>
                <a:latin typeface="+mj-lt"/>
                <a:ea typeface="+mj-ea"/>
                <a:cs typeface="Biome" panose="020B0503030204020804" pitchFamily="34" charset="0"/>
              </a:defRPr>
            </a:lvl1pPr>
          </a:lstStyle>
          <a:p>
            <a:r>
              <a:rPr lang="en-ZA" sz="6600" dirty="0"/>
              <a:t>CREDIT RISK PREDICTION SYSTEM</a:t>
            </a:r>
          </a:p>
          <a:p>
            <a:endParaRPr lang="en-ZA" sz="3200" dirty="0"/>
          </a:p>
          <a:p>
            <a:pPr algn="just"/>
            <a:r>
              <a:rPr lang="en-ZA" sz="2000" b="1" dirty="0">
                <a:solidFill>
                  <a:schemeClr val="tx2"/>
                </a:solidFill>
              </a:rPr>
              <a:t>Applying Machine Learning Life Cycle to classify Loan applicants as High-risk or Low-risk</a:t>
            </a: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45175-D007-C5CD-FD93-BDCE99788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12900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ZA" sz="2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the organisation needs a predictive credit risk model</a:t>
            </a:r>
            <a:endParaRPr lang="en-ZA" sz="16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E957D7-471B-E718-EF04-388FCCC3E7FB}"/>
              </a:ext>
            </a:extLst>
          </p:cNvPr>
          <p:cNvGrpSpPr/>
          <p:nvPr/>
        </p:nvGrpSpPr>
        <p:grpSpPr>
          <a:xfrm>
            <a:off x="346787" y="1754155"/>
            <a:ext cx="11498426" cy="1632858"/>
            <a:chOff x="457199" y="2258008"/>
            <a:chExt cx="11498426" cy="163285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3FE3E5B-23FD-6E84-D37F-94D2DCD760F8}"/>
                </a:ext>
              </a:extLst>
            </p:cNvPr>
            <p:cNvGrpSpPr/>
            <p:nvPr/>
          </p:nvGrpSpPr>
          <p:grpSpPr>
            <a:xfrm>
              <a:off x="457199" y="2258008"/>
              <a:ext cx="3554964" cy="1632858"/>
              <a:chOff x="457199" y="2202024"/>
              <a:chExt cx="3554964" cy="163285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750E653F-6E68-281C-E99D-C4D1D81B0B5F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situation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mid-sized financial services company still relies on a fixed rule-based credit approval process.</a:t>
                </a:r>
              </a:p>
            </p:txBody>
          </p:sp>
          <p:sp>
            <p:nvSpPr>
              <p:cNvPr id="13" name="Flowchart: Connector 12">
                <a:extLst>
                  <a:ext uri="{FF2B5EF4-FFF2-40B4-BE49-F238E27FC236}">
                    <a16:creationId xmlns:a16="http://schemas.microsoft.com/office/drawing/2014/main" id="{81704100-503A-5AA9-1CB7-EB4AF3302DEC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4CFD373-C87B-6550-F58E-12B1192517EB}"/>
                </a:ext>
              </a:extLst>
            </p:cNvPr>
            <p:cNvGrpSpPr/>
            <p:nvPr/>
          </p:nvGrpSpPr>
          <p:grpSpPr>
            <a:xfrm>
              <a:off x="4428930" y="2258008"/>
              <a:ext cx="3554964" cy="1632858"/>
              <a:chOff x="457199" y="2202024"/>
              <a:chExt cx="3554964" cy="1632858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91E567BE-EA72-C968-298B-C0D12C129F2D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gap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Rule-based scoring cannot capture nonlinear relationships in applicant data or adapt to new trends.</a:t>
                </a:r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F80C31BA-E3EB-C530-2F9C-3316994CC296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2FAF7CE-4ABB-2F24-961D-EA15B9EC213B}"/>
                </a:ext>
              </a:extLst>
            </p:cNvPr>
            <p:cNvGrpSpPr/>
            <p:nvPr/>
          </p:nvGrpSpPr>
          <p:grpSpPr>
            <a:xfrm>
              <a:off x="8400661" y="2258008"/>
              <a:ext cx="3554964" cy="1632858"/>
              <a:chOff x="457199" y="2202024"/>
              <a:chExt cx="3554964" cy="1632858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06ABC3D6-86BF-F2D2-2263-F8A492EC6AA6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cost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causes false approvals (financial loss) and false rejections (lost business and poor customer experience).</a:t>
                </a:r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2FAAA1C8-AE57-9FE7-2995-748176148515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EF16CDA-C0B0-113E-B233-58D439B4DF9C}"/>
              </a:ext>
            </a:extLst>
          </p:cNvPr>
          <p:cNvSpPr/>
          <p:nvPr/>
        </p:nvSpPr>
        <p:spPr>
          <a:xfrm>
            <a:off x="570722" y="4180114"/>
            <a:ext cx="11274491" cy="123164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2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to build a supervised machine learning classification system that follows a full ML Life Cycle (acquisition, preprocessing, PCA, modelling, evaluation and tuning) to predict whether a loan applicant is high-risk or low-risk and translate the results into business recommendations.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26702EE-22D9-6BEA-19F7-48371E6FB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4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9699-B87A-D2F8-DF10-D9F76F6021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922"/>
            <a:ext cx="9982201" cy="13436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b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ZA" sz="28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31B685-E072-5AF0-6D34-0532AB2C0109}"/>
              </a:ext>
            </a:extLst>
          </p:cNvPr>
          <p:cNvGrpSpPr/>
          <p:nvPr/>
        </p:nvGrpSpPr>
        <p:grpSpPr>
          <a:xfrm>
            <a:off x="3609391" y="562598"/>
            <a:ext cx="7176799" cy="1156996"/>
            <a:chOff x="3609391" y="562598"/>
            <a:chExt cx="7176799" cy="115699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338586F-97B7-4B4D-B65A-F4F4BE39E158}"/>
                </a:ext>
              </a:extLst>
            </p:cNvPr>
            <p:cNvSpPr/>
            <p:nvPr/>
          </p:nvSpPr>
          <p:spPr>
            <a:xfrm>
              <a:off x="3609391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32 581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Rows: Loan Applicants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A2BF41D-8296-2AE8-41C7-DBD3D006BBAC}"/>
                </a:ext>
              </a:extLst>
            </p:cNvPr>
            <p:cNvSpPr/>
            <p:nvPr/>
          </p:nvSpPr>
          <p:spPr>
            <a:xfrm>
              <a:off x="6096000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Original columns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67C5B18-4A8C-0C61-0149-C57FC6A85F88}"/>
                </a:ext>
              </a:extLst>
            </p:cNvPr>
            <p:cNvSpPr/>
            <p:nvPr/>
          </p:nvSpPr>
          <p:spPr>
            <a:xfrm>
              <a:off x="8582610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78% / 22%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Low-risk or High-risk split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6BF935-14F4-D51F-83E7-4EEBDEF35282}"/>
              </a:ext>
            </a:extLst>
          </p:cNvPr>
          <p:cNvSpPr txBox="1"/>
          <p:nvPr/>
        </p:nvSpPr>
        <p:spPr>
          <a:xfrm>
            <a:off x="242595" y="1538820"/>
            <a:ext cx="395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211279-574A-404D-07AE-BAEDD0388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33274"/>
              </p:ext>
            </p:extLst>
          </p:nvPr>
        </p:nvGraphicFramePr>
        <p:xfrm>
          <a:off x="242595" y="2077550"/>
          <a:ext cx="6214188" cy="428111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107094">
                  <a:extLst>
                    <a:ext uri="{9D8B030D-6E8A-4147-A177-3AD203B41FA5}">
                      <a16:colId xmlns:a16="http://schemas.microsoft.com/office/drawing/2014/main" val="3809859597"/>
                    </a:ext>
                  </a:extLst>
                </a:gridCol>
                <a:gridCol w="3107094">
                  <a:extLst>
                    <a:ext uri="{9D8B030D-6E8A-4147-A177-3AD203B41FA5}">
                      <a16:colId xmlns:a16="http://schemas.microsoft.com/office/drawing/2014/main" val="2366207377"/>
                    </a:ext>
                  </a:extLst>
                </a:gridCol>
              </a:tblGrid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9469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person_age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Applicant demographics.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05876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Housing status and years employed.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363679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 and internal risk grade (A-G).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5493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loan_amnt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size and interest rate.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96355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loan_percent_income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amount as % of income.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78911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cred_hist_length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Prior default flag and credit history length.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669565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loan_status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(target)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 = Low risk or repaid</a:t>
                      </a:r>
                    </a:p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= High risk or default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4524751"/>
                  </a:ext>
                </a:extLst>
              </a:tr>
            </a:tbl>
          </a:graphicData>
        </a:graphic>
      </p:graphicFrame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2FED5DD-E26C-FA2C-5DF4-C2729C74B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99FC1-5497-0D82-F843-27530B5CC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74" y="2077550"/>
            <a:ext cx="4425451" cy="365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003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CBEB7-405D-D9E7-6FA3-2C195E2F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C5732B-A0FC-6BE7-66B4-BD16ABA69C2E}"/>
              </a:ext>
            </a:extLst>
          </p:cNvPr>
          <p:cNvSpPr txBox="1"/>
          <p:nvPr/>
        </p:nvSpPr>
        <p:spPr>
          <a:xfrm>
            <a:off x="236184" y="100793"/>
            <a:ext cx="9971506" cy="661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issues identified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6DFC1D-4B85-6FFB-08AF-FF5552E231FF}"/>
              </a:ext>
            </a:extLst>
          </p:cNvPr>
          <p:cNvSpPr/>
          <p:nvPr/>
        </p:nvSpPr>
        <p:spPr>
          <a:xfrm>
            <a:off x="236184" y="1017038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3 116 missing (9.6%).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Person_emp_length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895 missing (2.7%).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E71BBAF-2E2F-12D9-77D9-E3A23E6F4AB7}"/>
              </a:ext>
            </a:extLst>
          </p:cNvPr>
          <p:cNvSpPr/>
          <p:nvPr/>
        </p:nvSpPr>
        <p:spPr>
          <a:xfrm>
            <a:off x="3595395" y="1017038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Duplicate rows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165 exact duplicates records found in the row dataset.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8DEA96-23F7-4671-8B04-75C8E827447D}"/>
              </a:ext>
            </a:extLst>
          </p:cNvPr>
          <p:cNvSpPr/>
          <p:nvPr/>
        </p:nvSpPr>
        <p:spPr>
          <a:xfrm>
            <a:off x="236184" y="2895602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Impossible outliers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person_age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144 years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person_emp_length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123 years of employment.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6101395-99E0-F679-1F64-061F36C0955F}"/>
              </a:ext>
            </a:extLst>
          </p:cNvPr>
          <p:cNvSpPr/>
          <p:nvPr/>
        </p:nvSpPr>
        <p:spPr>
          <a:xfrm>
            <a:off x="3595395" y="2895602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 but valid outliers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6 000 000 large spreads in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loan_amt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69CBD7C-1F4E-DEC1-7570-2CE212A58AC1}"/>
              </a:ext>
            </a:extLst>
          </p:cNvPr>
          <p:cNvSpPr/>
          <p:nvPr/>
        </p:nvSpPr>
        <p:spPr>
          <a:xfrm>
            <a:off x="236184" y="4774166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78% low risk vs 22% high risk applicants {accuracy alone is a misleading metric}.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69293D-C6DB-B694-09E4-84AC977ADF74}"/>
              </a:ext>
            </a:extLst>
          </p:cNvPr>
          <p:cNvSpPr/>
          <p:nvPr/>
        </p:nvSpPr>
        <p:spPr>
          <a:xfrm>
            <a:off x="3595395" y="4777274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Skewed distributions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loan_amt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loan_percent_income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 strongly right skewed.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EBA0FF-BBCD-5D95-F59E-BDA53C650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606" y="1870789"/>
            <a:ext cx="5001210" cy="392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807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9E3C-E9B3-43B6-3190-55C966370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82183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ZA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summary</a:t>
            </a:r>
            <a:br>
              <a:rPr lang="en-ZA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Cleaning, encoding, scaling and splitting the data</a:t>
            </a:r>
            <a:endParaRPr lang="en-ZA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790C7-FFAF-C8AD-C16B-E9DA3D31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FF69B2-7E30-0308-1586-D628F46E0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823749"/>
              </p:ext>
            </p:extLst>
          </p:nvPr>
        </p:nvGraphicFramePr>
        <p:xfrm>
          <a:off x="2032000" y="1763486"/>
          <a:ext cx="8128000" cy="475861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54791974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875453754"/>
                    </a:ext>
                  </a:extLst>
                </a:gridCol>
              </a:tblGrid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Missing values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(robust to skew).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rate per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since rate is tied to grade.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845649"/>
                  </a:ext>
                </a:extLst>
              </a:tr>
              <a:tr h="3426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Duplicates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32 581 – 165 duplicates rows = 32 416 rows remaining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104558"/>
                  </a:ext>
                </a:extLst>
              </a:tr>
              <a:tr h="115802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Outliers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Impossible values removed (age &gt; 100 years and employment length &gt; 60 years). Remaining outliers capped using the IQR method rather than deleted to keep genuine high earners in the data.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09454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Encoding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0 – 6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Y/N to 1/0.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one hot encoded.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696545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Feature scaling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StandardScaler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applied to numeric features because algorithms such as KNN and logistic regression would let large magnitude feature like income dominate.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94570"/>
                  </a:ext>
                </a:extLst>
              </a:tr>
              <a:tr h="60834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 Train / test split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80/20 split = 25 927 training rows and 6 482 testing rows preserving the class ratio.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765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5587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F206E-8859-03F4-D25B-742E549DD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7845553" cy="45720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explanation and variance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397655-5486-D6F2-06F1-ABF1420A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78F28-5190-6A5D-62A5-015767B1BC1D}"/>
              </a:ext>
            </a:extLst>
          </p:cNvPr>
          <p:cNvSpPr txBox="1"/>
          <p:nvPr/>
        </p:nvSpPr>
        <p:spPr>
          <a:xfrm>
            <a:off x="457199" y="1212977"/>
            <a:ext cx="4068147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compresses correlated features into fewer uncorrelated components reducing dimensionality while preserving most of the informative variance.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01B37D2-ABBA-15BF-263E-02D2CA6E3131}"/>
              </a:ext>
            </a:extLst>
          </p:cNvPr>
          <p:cNvSpPr/>
          <p:nvPr/>
        </p:nvSpPr>
        <p:spPr>
          <a:xfrm>
            <a:off x="559837" y="2360645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90%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7D7DB-313D-CFE8-5561-7E90996C9450}"/>
              </a:ext>
            </a:extLst>
          </p:cNvPr>
          <p:cNvSpPr/>
          <p:nvPr/>
        </p:nvSpPr>
        <p:spPr>
          <a:xfrm>
            <a:off x="559837" y="4027120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95%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2D219-EFBD-0B93-72B9-EB96D28B3591}"/>
              </a:ext>
            </a:extLst>
          </p:cNvPr>
          <p:cNvSpPr txBox="1"/>
          <p:nvPr/>
        </p:nvSpPr>
        <p:spPr>
          <a:xfrm>
            <a:off x="457199" y="5510685"/>
            <a:ext cx="3648269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 components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(95% threshold) were selected keeping most information while cutting model input size and reducing overfitting risk from redundant features.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017206-1816-2CDA-9AE8-0959A0BF2D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8416" y="1658034"/>
            <a:ext cx="6826898" cy="457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083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BD972-E19E-F98B-7232-3066ADCC0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comparison – Before PCA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4F995-DAC0-F2BA-F4B7-4AA15848C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1039FA-C227-0728-B80A-A04A4B6CE04E}"/>
              </a:ext>
            </a:extLst>
          </p:cNvPr>
          <p:cNvSpPr txBox="1"/>
          <p:nvPr/>
        </p:nvSpPr>
        <p:spPr>
          <a:xfrm>
            <a:off x="457199" y="1129004"/>
            <a:ext cx="9330612" cy="336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classifiers trained on the 17 scaled encoded features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CFB4286-0FB1-4E05-CAE8-526E19E62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410755"/>
              </p:ext>
            </p:extLst>
          </p:nvPr>
        </p:nvGraphicFramePr>
        <p:xfrm>
          <a:off x="457200" y="1661160"/>
          <a:ext cx="6969965" cy="14833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393993">
                  <a:extLst>
                    <a:ext uri="{9D8B030D-6E8A-4147-A177-3AD203B41FA5}">
                      <a16:colId xmlns:a16="http://schemas.microsoft.com/office/drawing/2014/main" val="1116900852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839705105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972379473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3919136990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536520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833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0.728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0.511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0.600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599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K-NN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0.859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0.597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85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Tree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0.764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246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104927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{4032290B-160E-494F-9445-95F4AF33A32A}76eb6e63-359a-49aa-b46c-7c5b67ea33bb-TF1ddfefa5-03ef-44f0-b9f8-5e27349af6c5_win32</Template>
  <TotalTime>808</TotalTime>
  <Words>703</Words>
  <Application>Microsoft Office PowerPoint</Application>
  <PresentationFormat>Widescreen</PresentationFormat>
  <Paragraphs>106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Light</vt:lpstr>
      <vt:lpstr>Arial</vt:lpstr>
      <vt:lpstr>Chamberi Super Display</vt:lpstr>
      <vt:lpstr>Times New Roman</vt:lpstr>
      <vt:lpstr>Wingdings</vt:lpstr>
      <vt:lpstr>Prismatic polygons</vt:lpstr>
      <vt:lpstr>PowerPoint Presentation</vt:lpstr>
      <vt:lpstr>Problem Statement Why the organisation needs a predictive credit risk model</vt:lpstr>
      <vt:lpstr>Dataset overview </vt:lpstr>
      <vt:lpstr>PowerPoint Presentation</vt:lpstr>
      <vt:lpstr>Preprocessing summary Cleaning, encoding, scaling and splitting the data</vt:lpstr>
      <vt:lpstr>PCA explanation and variance plot</vt:lpstr>
      <vt:lpstr>Model comparison – Before PCA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Thembelihle Nkosi</dc:creator>
  <cp:lastModifiedBy>Thembelihle Nkosi</cp:lastModifiedBy>
  <cp:revision>1</cp:revision>
  <dcterms:created xsi:type="dcterms:W3CDTF">2026-08-31T07:42:20Z</dcterms:created>
  <dcterms:modified xsi:type="dcterms:W3CDTF">2026-09-02T08:46:54Z</dcterms:modified>
</cp:coreProperties>
</file>