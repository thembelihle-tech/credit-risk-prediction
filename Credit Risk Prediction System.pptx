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9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3DC37-C6E7-4D03-9B6A-5B1F4D882761}" v="55" dt="2026-09-02T12:50:12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8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mbelihle Nkosi" userId="34acb82be647289d" providerId="LiveId" clId="{A75475CB-E90B-49A7-8916-1196816BF4F1}"/>
    <pc:docChg chg="undo custSel addSld delSld modSld">
      <pc:chgData name="Thembelihle Nkosi" userId="34acb82be647289d" providerId="LiveId" clId="{A75475CB-E90B-49A7-8916-1196816BF4F1}" dt="2026-09-02T12:50:16.342" v="5261"/>
      <pc:docMkLst>
        <pc:docMk/>
      </pc:docMkLst>
      <pc:sldChg chg="addSp delSp modSp mod">
        <pc:chgData name="Thembelihle Nkosi" userId="34acb82be647289d" providerId="LiveId" clId="{A75475CB-E90B-49A7-8916-1196816BF4F1}" dt="2026-09-01T13:21:11.951" v="2069" actId="767"/>
        <pc:sldMkLst>
          <pc:docMk/>
          <pc:sldMk cId="2329614230" sldId="260"/>
        </pc:sldMkLst>
        <pc:spChg chg="del mod">
          <ac:chgData name="Thembelihle Nkosi" userId="34acb82be647289d" providerId="LiveId" clId="{A75475CB-E90B-49A7-8916-1196816BF4F1}" dt="2026-09-01T10:17:54.735" v="273" actId="21"/>
          <ac:spMkLst>
            <pc:docMk/>
            <pc:sldMk cId="2329614230" sldId="260"/>
            <ac:spMk id="3" creationId="{F01FB9CD-CBF7-C634-8B2F-5E2490FDF9F0}"/>
          </ac:spMkLst>
        </pc:spChg>
        <pc:spChg chg="add del mod">
          <ac:chgData name="Thembelihle Nkosi" userId="34acb82be647289d" providerId="LiveId" clId="{A75475CB-E90B-49A7-8916-1196816BF4F1}" dt="2026-09-01T10:18:01.794" v="274" actId="21"/>
          <ac:spMkLst>
            <pc:docMk/>
            <pc:sldMk cId="2329614230" sldId="260"/>
            <ac:spMk id="4" creationId="{1FBDF25C-ACB6-0A9E-3317-64B27F1922D0}"/>
          </ac:spMkLst>
        </pc:spChg>
        <pc:spChg chg="add mod">
          <ac:chgData name="Thembelihle Nkosi" userId="34acb82be647289d" providerId="LiveId" clId="{A75475CB-E90B-49A7-8916-1196816BF4F1}" dt="2026-09-01T13:21:11.951" v="2069" actId="767"/>
          <ac:spMkLst>
            <pc:docMk/>
            <pc:sldMk cId="2329614230" sldId="260"/>
            <ac:spMk id="5" creationId="{A6D0165C-8135-7923-31EF-3C8382BDBCDC}"/>
          </ac:spMkLst>
        </pc:spChg>
        <pc:spChg chg="add mod">
          <ac:chgData name="Thembelihle Nkosi" userId="34acb82be647289d" providerId="LiveId" clId="{A75475CB-E90B-49A7-8916-1196816BF4F1}" dt="2026-09-01T10:18:10.257" v="275" actId="14100"/>
          <ac:spMkLst>
            <pc:docMk/>
            <pc:sldMk cId="2329614230" sldId="260"/>
            <ac:spMk id="6" creationId="{5C9BE093-E5B6-DA93-72FB-870FC733B4A2}"/>
          </ac:spMkLst>
        </pc:spChg>
      </pc:sldChg>
      <pc:sldChg chg="addSp delSp modSp new mod modClrScheme chgLayout">
        <pc:chgData name="Thembelihle Nkosi" userId="34acb82be647289d" providerId="LiveId" clId="{A75475CB-E90B-49A7-8916-1196816BF4F1}" dt="2026-09-01T12:54:19.761" v="1281" actId="255"/>
        <pc:sldMkLst>
          <pc:docMk/>
          <pc:sldMk cId="838054146" sldId="261"/>
        </pc:sldMkLst>
        <pc:spChg chg="mod">
          <ac:chgData name="Thembelihle Nkosi" userId="34acb82be647289d" providerId="LiveId" clId="{A75475CB-E90B-49A7-8916-1196816BF4F1}" dt="2026-09-01T12:54:19.761" v="1281" actId="255"/>
          <ac:spMkLst>
            <pc:docMk/>
            <pc:sldMk cId="838054146" sldId="261"/>
            <ac:spMk id="2" creationId="{D4445175-D007-C5CD-FD93-BDCE99788073}"/>
          </ac:spMkLst>
        </pc:spChg>
        <pc:spChg chg="add del mod">
          <ac:chgData name="Thembelihle Nkosi" userId="34acb82be647289d" providerId="LiveId" clId="{A75475CB-E90B-49A7-8916-1196816BF4F1}" dt="2026-09-01T12:34:17.563" v="359"/>
          <ac:spMkLst>
            <pc:docMk/>
            <pc:sldMk cId="838054146" sldId="261"/>
            <ac:spMk id="3" creationId="{6C4FB046-603E-EC96-E409-50DB82D094E4}"/>
          </ac:spMkLst>
        </pc:spChg>
        <pc:spChg chg="add del mod">
          <ac:chgData name="Thembelihle Nkosi" userId="34acb82be647289d" providerId="LiveId" clId="{A75475CB-E90B-49A7-8916-1196816BF4F1}" dt="2026-09-01T12:34:29.212" v="364"/>
          <ac:spMkLst>
            <pc:docMk/>
            <pc:sldMk cId="838054146" sldId="261"/>
            <ac:spMk id="4" creationId="{D70F0641-8541-7E07-2E38-514A29B1636D}"/>
          </ac:spMkLst>
        </pc:spChg>
        <pc:spChg chg="add del mod">
          <ac:chgData name="Thembelihle Nkosi" userId="34acb82be647289d" providerId="LiveId" clId="{A75475CB-E90B-49A7-8916-1196816BF4F1}" dt="2026-09-01T12:34:40.214" v="369"/>
          <ac:spMkLst>
            <pc:docMk/>
            <pc:sldMk cId="838054146" sldId="261"/>
            <ac:spMk id="5" creationId="{3BF37DB5-02DC-00FE-3630-07A3BA894AEF}"/>
          </ac:spMkLst>
        </pc:spChg>
        <pc:spChg chg="add del mod">
          <ac:chgData name="Thembelihle Nkosi" userId="34acb82be647289d" providerId="LiveId" clId="{A75475CB-E90B-49A7-8916-1196816BF4F1}" dt="2026-09-01T12:34:50.241" v="373"/>
          <ac:spMkLst>
            <pc:docMk/>
            <pc:sldMk cId="838054146" sldId="261"/>
            <ac:spMk id="6" creationId="{527344D4-F8C2-10AC-0B28-0856DBA44DDE}"/>
          </ac:spMkLst>
        </pc:spChg>
        <pc:spChg chg="add mod">
          <ac:chgData name="Thembelihle Nkosi" userId="34acb82be647289d" providerId="LiveId" clId="{A75475CB-E90B-49A7-8916-1196816BF4F1}" dt="2026-09-01T12:34:53.899" v="375" actId="767"/>
          <ac:spMkLst>
            <pc:docMk/>
            <pc:sldMk cId="838054146" sldId="261"/>
            <ac:spMk id="7" creationId="{7291D5DB-E1BD-441C-1DF5-125C38CA2BC1}"/>
          </ac:spMkLst>
        </pc:spChg>
        <pc:spChg chg="add del mod">
          <ac:chgData name="Thembelihle Nkosi" userId="34acb82be647289d" providerId="LiveId" clId="{A75475CB-E90B-49A7-8916-1196816BF4F1}" dt="2026-09-01T12:37:35.171" v="517" actId="21"/>
          <ac:spMkLst>
            <pc:docMk/>
            <pc:sldMk cId="838054146" sldId="261"/>
            <ac:spMk id="8" creationId="{7D20854A-47DF-F5F2-D2DF-D34708329EBB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9" creationId="{750E653F-6E68-281C-E99D-C4D1D81B0B5F}"/>
          </ac:spMkLst>
        </pc:spChg>
        <pc:spChg chg="add del">
          <ac:chgData name="Thembelihle Nkosi" userId="34acb82be647289d" providerId="LiveId" clId="{A75475CB-E90B-49A7-8916-1196816BF4F1}" dt="2026-09-01T12:38:34.664" v="525" actId="22"/>
          <ac:spMkLst>
            <pc:docMk/>
            <pc:sldMk cId="838054146" sldId="261"/>
            <ac:spMk id="11" creationId="{3D11413E-DA74-962A-71F2-6AAEFAACB32E}"/>
          </ac:spMkLst>
        </pc:spChg>
        <pc:spChg chg="add del">
          <ac:chgData name="Thembelihle Nkosi" userId="34acb82be647289d" providerId="LiveId" clId="{A75475CB-E90B-49A7-8916-1196816BF4F1}" dt="2026-09-01T12:41:01.386" v="656" actId="11529"/>
          <ac:spMkLst>
            <pc:docMk/>
            <pc:sldMk cId="838054146" sldId="261"/>
            <ac:spMk id="12" creationId="{358392A8-CB4E-1274-1E0D-F14ED8CD8088}"/>
          </ac:spMkLst>
        </pc:spChg>
        <pc:spChg chg="add mod">
          <ac:chgData name="Thembelihle Nkosi" userId="34acb82be647289d" providerId="LiveId" clId="{A75475CB-E90B-49A7-8916-1196816BF4F1}" dt="2026-09-01T12:44:14.428" v="669" actId="164"/>
          <ac:spMkLst>
            <pc:docMk/>
            <pc:sldMk cId="838054146" sldId="261"/>
            <ac:spMk id="13" creationId="{81704100-503A-5AA9-1CB7-EB4AF3302DEC}"/>
          </ac:spMkLst>
        </pc:spChg>
        <pc:spChg chg="mod">
          <ac:chgData name="Thembelihle Nkosi" userId="34acb82be647289d" providerId="LiveId" clId="{A75475CB-E90B-49A7-8916-1196816BF4F1}" dt="2026-09-01T12:47:16.630" v="792" actId="20577"/>
          <ac:spMkLst>
            <pc:docMk/>
            <pc:sldMk cId="838054146" sldId="261"/>
            <ac:spMk id="16" creationId="{91E567BE-EA72-C968-298B-C0D12C129F2D}"/>
          </ac:spMkLst>
        </pc:spChg>
        <pc:spChg chg="mod">
          <ac:chgData name="Thembelihle Nkosi" userId="34acb82be647289d" providerId="LiveId" clId="{A75475CB-E90B-49A7-8916-1196816BF4F1}" dt="2026-09-01T12:45:49.056" v="677" actId="20577"/>
          <ac:spMkLst>
            <pc:docMk/>
            <pc:sldMk cId="838054146" sldId="261"/>
            <ac:spMk id="17" creationId="{F80C31BA-E3EB-C530-2F9C-3316994CC296}"/>
          </ac:spMkLst>
        </pc:spChg>
        <pc:spChg chg="mod">
          <ac:chgData name="Thembelihle Nkosi" userId="34acb82be647289d" providerId="LiveId" clId="{A75475CB-E90B-49A7-8916-1196816BF4F1}" dt="2026-09-01T12:48:33.975" v="937" actId="20577"/>
          <ac:spMkLst>
            <pc:docMk/>
            <pc:sldMk cId="838054146" sldId="261"/>
            <ac:spMk id="19" creationId="{06ABC3D6-86BF-F2D2-2263-F8A492EC6AA6}"/>
          </ac:spMkLst>
        </pc:spChg>
        <pc:spChg chg="mod">
          <ac:chgData name="Thembelihle Nkosi" userId="34acb82be647289d" providerId="LiveId" clId="{A75475CB-E90B-49A7-8916-1196816BF4F1}" dt="2026-09-01T12:45:53.364" v="678" actId="20577"/>
          <ac:spMkLst>
            <pc:docMk/>
            <pc:sldMk cId="838054146" sldId="261"/>
            <ac:spMk id="20" creationId="{2FAAA1C8-AE57-9FE7-2995-748176148515}"/>
          </ac:spMkLst>
        </pc:spChg>
        <pc:spChg chg="add mod">
          <ac:chgData name="Thembelihle Nkosi" userId="34acb82be647289d" providerId="LiveId" clId="{A75475CB-E90B-49A7-8916-1196816BF4F1}" dt="2026-09-01T12:54:03.639" v="1280" actId="14100"/>
          <ac:spMkLst>
            <pc:docMk/>
            <pc:sldMk cId="838054146" sldId="261"/>
            <ac:spMk id="22" creationId="{BEF16CDA-C0B0-113E-B233-58D439B4DF9C}"/>
          </ac:spMkLst>
        </pc:s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4" creationId="{F3FE3E5B-23FD-6E84-D37F-94D2DCD760F8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5" creationId="{14CFD373-C87B-6550-F58E-12B1192517EB}"/>
          </ac:grpSpMkLst>
        </pc:grpChg>
        <pc:grpChg chg="add mod">
          <ac:chgData name="Thembelihle Nkosi" userId="34acb82be647289d" providerId="LiveId" clId="{A75475CB-E90B-49A7-8916-1196816BF4F1}" dt="2026-09-01T12:48:50.949" v="938" actId="164"/>
          <ac:grpSpMkLst>
            <pc:docMk/>
            <pc:sldMk cId="838054146" sldId="261"/>
            <ac:grpSpMk id="18" creationId="{12FAF7CE-4ABB-2F24-961D-EA15B9EC213B}"/>
          </ac:grpSpMkLst>
        </pc:grpChg>
        <pc:grpChg chg="add mod">
          <ac:chgData name="Thembelihle Nkosi" userId="34acb82be647289d" providerId="LiveId" clId="{A75475CB-E90B-49A7-8916-1196816BF4F1}" dt="2026-09-01T12:53:54.608" v="1278" actId="1076"/>
          <ac:grpSpMkLst>
            <pc:docMk/>
            <pc:sldMk cId="838054146" sldId="261"/>
            <ac:grpSpMk id="21" creationId="{2AE957D7-471B-E718-EF04-388FCCC3E7FB}"/>
          </ac:grpSpMkLst>
        </pc:grpChg>
      </pc:sldChg>
      <pc:sldChg chg="addSp delSp modSp new mod">
        <pc:chgData name="Thembelihle Nkosi" userId="34acb82be647289d" providerId="LiveId" clId="{A75475CB-E90B-49A7-8916-1196816BF4F1}" dt="2026-09-02T08:35:57.616" v="4427" actId="164"/>
        <pc:sldMkLst>
          <pc:docMk/>
          <pc:sldMk cId="1420003605" sldId="262"/>
        </pc:sldMkLst>
        <pc:spChg chg="mod">
          <ac:chgData name="Thembelihle Nkosi" userId="34acb82be647289d" providerId="LiveId" clId="{A75475CB-E90B-49A7-8916-1196816BF4F1}" dt="2026-09-02T08:33:35.084" v="4409" actId="1076"/>
          <ac:spMkLst>
            <pc:docMk/>
            <pc:sldMk cId="1420003605" sldId="262"/>
            <ac:spMk id="2" creationId="{30C09699-B87A-D2F8-DF10-D9F76F6021D4}"/>
          </ac:spMkLst>
        </pc:spChg>
        <pc:spChg chg="add mod">
          <ac:chgData name="Thembelihle Nkosi" userId="34acb82be647289d" providerId="LiveId" clId="{A75475CB-E90B-49A7-8916-1196816BF4F1}" dt="2026-09-01T12:57:11.188" v="1335" actId="767"/>
          <ac:spMkLst>
            <pc:docMk/>
            <pc:sldMk cId="1420003605" sldId="262"/>
            <ac:spMk id="3" creationId="{717D40CD-0B84-4C31-ECF8-D1C62B229695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4" creationId="{9338586F-97B7-4B4D-B65A-F4F4BE39E158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6" creationId="{6A2BF41D-8296-2AE8-41C7-DBD3D006BBAC}"/>
          </ac:spMkLst>
        </pc:spChg>
        <pc:spChg chg="add mod topLvl">
          <ac:chgData name="Thembelihle Nkosi" userId="34acb82be647289d" providerId="LiveId" clId="{A75475CB-E90B-49A7-8916-1196816BF4F1}" dt="2026-09-02T08:35:57.616" v="4427" actId="164"/>
          <ac:spMkLst>
            <pc:docMk/>
            <pc:sldMk cId="1420003605" sldId="262"/>
            <ac:spMk id="8" creationId="{767C5B18-4A8C-0C61-0149-C57FC6A85F88}"/>
          </ac:spMkLst>
        </pc:spChg>
        <pc:spChg chg="add mod">
          <ac:chgData name="Thembelihle Nkosi" userId="34acb82be647289d" providerId="LiveId" clId="{A75475CB-E90B-49A7-8916-1196816BF4F1}" dt="2026-09-01T13:02:24.807" v="1505" actId="767"/>
          <ac:spMkLst>
            <pc:docMk/>
            <pc:sldMk cId="1420003605" sldId="262"/>
            <ac:spMk id="10" creationId="{965FB033-6B89-0B51-38C3-7D9D69520CAA}"/>
          </ac:spMkLst>
        </pc:spChg>
        <pc:spChg chg="add mod">
          <ac:chgData name="Thembelihle Nkosi" userId="34acb82be647289d" providerId="LiveId" clId="{A75475CB-E90B-49A7-8916-1196816BF4F1}" dt="2026-09-02T08:34:27.321" v="4421" actId="1076"/>
          <ac:spMkLst>
            <pc:docMk/>
            <pc:sldMk cId="1420003605" sldId="262"/>
            <ac:spMk id="11" creationId="{EB6BF935-14F4-D51F-83E7-4EEBDEF35282}"/>
          </ac:spMkLst>
        </pc:spChg>
        <pc:spChg chg="add mod">
          <ac:chgData name="Thembelihle Nkosi" userId="34acb82be647289d" providerId="LiveId" clId="{A75475CB-E90B-49A7-8916-1196816BF4F1}" dt="2026-09-01T13:20:09.456" v="2067" actId="767"/>
          <ac:spMkLst>
            <pc:docMk/>
            <pc:sldMk cId="1420003605" sldId="262"/>
            <ac:spMk id="13" creationId="{266BE0AC-17C6-B832-1CCB-8C31E5337448}"/>
          </ac:spMkLst>
        </pc:spChg>
        <pc:grpChg chg="add mod">
          <ac:chgData name="Thembelihle Nkosi" userId="34acb82be647289d" providerId="LiveId" clId="{A75475CB-E90B-49A7-8916-1196816BF4F1}" dt="2026-09-02T08:35:57.616" v="4427" actId="164"/>
          <ac:grpSpMkLst>
            <pc:docMk/>
            <pc:sldMk cId="1420003605" sldId="262"/>
            <ac:grpSpMk id="7" creationId="{D831B685-E072-5AF0-6D34-0532AB2C0109}"/>
          </ac:grpSpMkLst>
        </pc:grpChg>
        <pc:grpChg chg="add del mod">
          <ac:chgData name="Thembelihle Nkosi" userId="34acb82be647289d" providerId="LiveId" clId="{A75475CB-E90B-49A7-8916-1196816BF4F1}" dt="2026-09-02T08:33:12.596" v="4405" actId="165"/>
          <ac:grpSpMkLst>
            <pc:docMk/>
            <pc:sldMk cId="1420003605" sldId="262"/>
            <ac:grpSpMk id="9" creationId="{B5268710-362F-5D3A-ADEF-E878E929E19D}"/>
          </ac:grpSpMkLst>
        </pc:grpChg>
        <pc:graphicFrameChg chg="add mod modGraphic">
          <ac:chgData name="Thembelihle Nkosi" userId="34acb82be647289d" providerId="LiveId" clId="{A75475CB-E90B-49A7-8916-1196816BF4F1}" dt="2026-09-02T08:34:23.727" v="4420" actId="1076"/>
          <ac:graphicFrameMkLst>
            <pc:docMk/>
            <pc:sldMk cId="1420003605" sldId="262"/>
            <ac:graphicFrameMk id="12" creationId="{F1211279-574A-404D-07AE-BAEDD03880BB}"/>
          </ac:graphicFrameMkLst>
        </pc:graphicFrameChg>
        <pc:picChg chg="add mod">
          <ac:chgData name="Thembelihle Nkosi" userId="34acb82be647289d" providerId="LiveId" clId="{A75475CB-E90B-49A7-8916-1196816BF4F1}" dt="2026-09-02T08:35:07.299" v="4426" actId="1076"/>
          <ac:picMkLst>
            <pc:docMk/>
            <pc:sldMk cId="1420003605" sldId="262"/>
            <ac:picMk id="5" creationId="{6CC99FC1-5497-0D82-F843-27530B5CCB86}"/>
          </ac:picMkLst>
        </pc:picChg>
      </pc:sldChg>
      <pc:sldChg chg="addSp delSp modSp new mod">
        <pc:chgData name="Thembelihle Nkosi" userId="34acb82be647289d" providerId="LiveId" clId="{A75475CB-E90B-49A7-8916-1196816BF4F1}" dt="2026-09-02T08:40:08.754" v="4449" actId="1035"/>
        <pc:sldMkLst>
          <pc:docMk/>
          <pc:sldMk cId="1320807106" sldId="263"/>
        </pc:sldMkLst>
        <pc:spChg chg="add del mod">
          <ac:chgData name="Thembelihle Nkosi" userId="34acb82be647289d" providerId="LiveId" clId="{A75475CB-E90B-49A7-8916-1196816BF4F1}" dt="2026-09-01T13:22:24.321" v="2073"/>
          <ac:spMkLst>
            <pc:docMk/>
            <pc:sldMk cId="1320807106" sldId="263"/>
            <ac:spMk id="3" creationId="{86ADD3DE-FFFE-B99A-C8AC-6BC7D119CEF4}"/>
          </ac:spMkLst>
        </pc:spChg>
        <pc:spChg chg="add mod">
          <ac:chgData name="Thembelihle Nkosi" userId="34acb82be647289d" providerId="LiveId" clId="{A75475CB-E90B-49A7-8916-1196816BF4F1}" dt="2026-09-02T08:38:57.927" v="4439" actId="14100"/>
          <ac:spMkLst>
            <pc:docMk/>
            <pc:sldMk cId="1320807106" sldId="263"/>
            <ac:spMk id="4" creationId="{34C5732B-A0FC-6BE7-66B4-BD16ABA69C2E}"/>
          </ac:spMkLst>
        </pc:spChg>
        <pc:spChg chg="add mod topLvl">
          <ac:chgData name="Thembelihle Nkosi" userId="34acb82be647289d" providerId="LiveId" clId="{A75475CB-E90B-49A7-8916-1196816BF4F1}" dt="2026-09-02T08:36:20.131" v="4430" actId="1076"/>
          <ac:spMkLst>
            <pc:docMk/>
            <pc:sldMk cId="1320807106" sldId="263"/>
            <ac:spMk id="5" creationId="{F16DFC1D-4B85-6FFB-08AF-FF5552E231FF}"/>
          </ac:spMkLst>
        </pc:spChg>
        <pc:spChg chg="add del mod">
          <ac:chgData name="Thembelihle Nkosi" userId="34acb82be647289d" providerId="LiveId" clId="{A75475CB-E90B-49A7-8916-1196816BF4F1}" dt="2026-09-01T13:24:28.770" v="2115" actId="21"/>
          <ac:spMkLst>
            <pc:docMk/>
            <pc:sldMk cId="1320807106" sldId="263"/>
            <ac:spMk id="7" creationId="{C968A2AA-1A50-0DF9-3A2B-B7823CFD28C5}"/>
          </ac:spMkLst>
        </pc:spChg>
        <pc:spChg chg="add del mod">
          <ac:chgData name="Thembelihle Nkosi" userId="34acb82be647289d" providerId="LiveId" clId="{A75475CB-E90B-49A7-8916-1196816BF4F1}" dt="2026-09-01T13:24:26.396" v="2114" actId="21"/>
          <ac:spMkLst>
            <pc:docMk/>
            <pc:sldMk cId="1320807106" sldId="263"/>
            <ac:spMk id="9" creationId="{D2323175-B4C2-4BD7-6D9C-5F0D7B5D92E9}"/>
          </ac:spMkLst>
        </pc:spChg>
        <pc:spChg chg="add mod topLvl">
          <ac:chgData name="Thembelihle Nkosi" userId="34acb82be647289d" providerId="LiveId" clId="{A75475CB-E90B-49A7-8916-1196816BF4F1}" dt="2026-09-02T08:36:24.843" v="4431" actId="1076"/>
          <ac:spMkLst>
            <pc:docMk/>
            <pc:sldMk cId="1320807106" sldId="263"/>
            <ac:spMk id="11" creationId="{AE71BBAF-2E2F-12D9-77D9-E3A23E6F4AB7}"/>
          </ac:spMkLst>
        </pc:spChg>
        <pc:spChg chg="add mod topLvl">
          <ac:chgData name="Thembelihle Nkosi" userId="34acb82be647289d" providerId="LiveId" clId="{A75475CB-E90B-49A7-8916-1196816BF4F1}" dt="2026-09-02T08:38:26.561" v="4433" actId="1076"/>
          <ac:spMkLst>
            <pc:docMk/>
            <pc:sldMk cId="1320807106" sldId="263"/>
            <ac:spMk id="13" creationId="{0B8DEA96-23F7-4671-8B04-75C8E827447D}"/>
          </ac:spMkLst>
        </pc:spChg>
        <pc:spChg chg="add mod topLvl">
          <ac:chgData name="Thembelihle Nkosi" userId="34acb82be647289d" providerId="LiveId" clId="{A75475CB-E90B-49A7-8916-1196816BF4F1}" dt="2026-09-02T08:38:30.239" v="4434" actId="1076"/>
          <ac:spMkLst>
            <pc:docMk/>
            <pc:sldMk cId="1320807106" sldId="263"/>
            <ac:spMk id="15" creationId="{E6101395-99E0-F679-1F64-061F36C0955F}"/>
          </ac:spMkLst>
        </pc:spChg>
        <pc:spChg chg="add mod topLvl">
          <ac:chgData name="Thembelihle Nkosi" userId="34acb82be647289d" providerId="LiveId" clId="{A75475CB-E90B-49A7-8916-1196816BF4F1}" dt="2026-09-02T08:38:44.567" v="4437" actId="1076"/>
          <ac:spMkLst>
            <pc:docMk/>
            <pc:sldMk cId="1320807106" sldId="263"/>
            <ac:spMk id="17" creationId="{969CBD7C-1F4E-DEC1-7570-2CE212A58AC1}"/>
          </ac:spMkLst>
        </pc:spChg>
        <pc:spChg chg="add mod topLvl">
          <ac:chgData name="Thembelihle Nkosi" userId="34acb82be647289d" providerId="LiveId" clId="{A75475CB-E90B-49A7-8916-1196816BF4F1}" dt="2026-09-02T08:38:39.019" v="4436" actId="1076"/>
          <ac:spMkLst>
            <pc:docMk/>
            <pc:sldMk cId="1320807106" sldId="263"/>
            <ac:spMk id="19" creationId="{E069293D-C6DB-B694-09E4-84AC977ADF74}"/>
          </ac:spMkLst>
        </pc:spChg>
        <pc:grpChg chg="add del mod">
          <ac:chgData name="Thembelihle Nkosi" userId="34acb82be647289d" providerId="LiveId" clId="{A75475CB-E90B-49A7-8916-1196816BF4F1}" dt="2026-09-02T08:36:14.893" v="4429" actId="165"/>
          <ac:grpSpMkLst>
            <pc:docMk/>
            <pc:sldMk cId="1320807106" sldId="263"/>
            <ac:grpSpMk id="20" creationId="{452FD5C8-F8BA-B7F9-0F73-AB18189159C9}"/>
          </ac:grpSpMkLst>
        </pc:grpChg>
        <pc:picChg chg="add mod">
          <ac:chgData name="Thembelihle Nkosi" userId="34acb82be647289d" providerId="LiveId" clId="{A75475CB-E90B-49A7-8916-1196816BF4F1}" dt="2026-09-02T08:40:08.754" v="4449" actId="1035"/>
          <ac:picMkLst>
            <pc:docMk/>
            <pc:sldMk cId="1320807106" sldId="263"/>
            <ac:picMk id="6" creationId="{AFEBA0FF-BBCD-5D95-F59E-BDA53C650EEB}"/>
          </ac:picMkLst>
        </pc:picChg>
      </pc:sldChg>
      <pc:sldChg chg="addSp delSp modSp new mod">
        <pc:chgData name="Thembelihle Nkosi" userId="34acb82be647289d" providerId="LiveId" clId="{A75475CB-E90B-49A7-8916-1196816BF4F1}" dt="2026-09-02T07:49:55.799" v="3807" actId="14100"/>
        <pc:sldMkLst>
          <pc:docMk/>
          <pc:sldMk cId="855587190" sldId="264"/>
        </pc:sldMkLst>
        <pc:spChg chg="mod">
          <ac:chgData name="Thembelihle Nkosi" userId="34acb82be647289d" providerId="LiveId" clId="{A75475CB-E90B-49A7-8916-1196816BF4F1}" dt="2026-09-02T07:49:46.366" v="3805" actId="14100"/>
          <ac:spMkLst>
            <pc:docMk/>
            <pc:sldMk cId="855587190" sldId="264"/>
            <ac:spMk id="2" creationId="{DEE19E3C-E9B3-43B6-3190-55C9663706B5}"/>
          </ac:spMkLst>
        </pc:spChg>
        <pc:spChg chg="add del mod">
          <ac:chgData name="Thembelihle Nkosi" userId="34acb82be647289d" providerId="LiveId" clId="{A75475CB-E90B-49A7-8916-1196816BF4F1}" dt="2026-09-01T19:41:57.453" v="2819"/>
          <ac:spMkLst>
            <pc:docMk/>
            <pc:sldMk cId="855587190" sldId="264"/>
            <ac:spMk id="4" creationId="{5B088CE8-596E-065F-49E7-9C53370C71E7}"/>
          </ac:spMkLst>
        </pc:spChg>
        <pc:spChg chg="add del mod">
          <ac:chgData name="Thembelihle Nkosi" userId="34acb82be647289d" providerId="LiveId" clId="{A75475CB-E90B-49A7-8916-1196816BF4F1}" dt="2026-09-01T19:59:42.852" v="3704"/>
          <ac:spMkLst>
            <pc:docMk/>
            <pc:sldMk cId="855587190" sldId="264"/>
            <ac:spMk id="6" creationId="{F083230C-9E57-A5BA-4F7B-EB7DF4165982}"/>
          </ac:spMkLst>
        </pc:spChg>
        <pc:graphicFrameChg chg="add mod modGraphic">
          <ac:chgData name="Thembelihle Nkosi" userId="34acb82be647289d" providerId="LiveId" clId="{A75475CB-E90B-49A7-8916-1196816BF4F1}" dt="2026-09-02T07:49:55.799" v="3807" actId="14100"/>
          <ac:graphicFrameMkLst>
            <pc:docMk/>
            <pc:sldMk cId="855587190" sldId="264"/>
            <ac:graphicFrameMk id="5" creationId="{58FF69B2-7E30-0308-1586-D628F46E045E}"/>
          </ac:graphicFrameMkLst>
        </pc:graphicFrameChg>
      </pc:sldChg>
      <pc:sldChg chg="new del">
        <pc:chgData name="Thembelihle Nkosi" userId="34acb82be647289d" providerId="LiveId" clId="{A75475CB-E90B-49A7-8916-1196816BF4F1}" dt="2026-09-02T07:48:43.830" v="3797" actId="680"/>
        <pc:sldMkLst>
          <pc:docMk/>
          <pc:sldMk cId="2169082369" sldId="265"/>
        </pc:sldMkLst>
      </pc:sldChg>
      <pc:sldChg chg="addSp delSp modSp new mod modClrScheme chgLayout">
        <pc:chgData name="Thembelihle Nkosi" userId="34acb82be647289d" providerId="LiveId" clId="{A75475CB-E90B-49A7-8916-1196816BF4F1}" dt="2026-09-02T12:50:16.342" v="5261"/>
        <pc:sldMkLst>
          <pc:docMk/>
          <pc:sldMk cId="4224083050" sldId="265"/>
        </pc:sldMkLst>
        <pc:spChg chg="mod ord">
          <ac:chgData name="Thembelihle Nkosi" userId="34acb82be647289d" providerId="LiveId" clId="{A75475CB-E90B-49A7-8916-1196816BF4F1}" dt="2026-09-02T07:53:50.539" v="3924" actId="14100"/>
          <ac:spMkLst>
            <pc:docMk/>
            <pc:sldMk cId="4224083050" sldId="265"/>
            <ac:spMk id="2" creationId="{FD3F206E-8859-03F4-D25B-742E549DD91C}"/>
          </ac:spMkLst>
        </pc:spChg>
        <pc:spChg chg="mod ord">
          <ac:chgData name="Thembelihle Nkosi" userId="34acb82be647289d" providerId="LiveId" clId="{A75475CB-E90B-49A7-8916-1196816BF4F1}" dt="2026-09-02T07:53:03.375" v="3917" actId="700"/>
          <ac:spMkLst>
            <pc:docMk/>
            <pc:sldMk cId="4224083050" sldId="265"/>
            <ac:spMk id="3" creationId="{AC397655-5486-D6F2-06F1-ABF1420A763F}"/>
          </ac:spMkLst>
        </pc:spChg>
        <pc:spChg chg="add mod">
          <ac:chgData name="Thembelihle Nkosi" userId="34acb82be647289d" providerId="LiveId" clId="{A75475CB-E90B-49A7-8916-1196816BF4F1}" dt="2026-09-02T07:54:43.413" v="4031" actId="20577"/>
          <ac:spMkLst>
            <pc:docMk/>
            <pc:sldMk cId="4224083050" sldId="265"/>
            <ac:spMk id="4" creationId="{68678F28-5190-6A5D-62A5-015767B1BC1D}"/>
          </ac:spMkLst>
        </pc:spChg>
        <pc:spChg chg="add mod">
          <ac:chgData name="Thembelihle Nkosi" userId="34acb82be647289d" providerId="LiveId" clId="{A75475CB-E90B-49A7-8916-1196816BF4F1}" dt="2026-09-02T07:56:58.126" v="4097" actId="14100"/>
          <ac:spMkLst>
            <pc:docMk/>
            <pc:sldMk cId="4224083050" sldId="265"/>
            <ac:spMk id="5" creationId="{101B37D2-ABBA-15BF-263E-02D2CA6E3131}"/>
          </ac:spMkLst>
        </pc:spChg>
        <pc:spChg chg="add del mod">
          <ac:chgData name="Thembelihle Nkosi" userId="34acb82be647289d" providerId="LiveId" clId="{A75475CB-E90B-49A7-8916-1196816BF4F1}" dt="2026-09-02T12:50:16.342" v="5261"/>
          <ac:spMkLst>
            <pc:docMk/>
            <pc:sldMk cId="4224083050" sldId="265"/>
            <ac:spMk id="6" creationId="{11132FD8-86E5-183A-E5A5-09C8A2BE04C7}"/>
          </ac:spMkLst>
        </pc:spChg>
        <pc:spChg chg="add mod">
          <ac:chgData name="Thembelihle Nkosi" userId="34acb82be647289d" providerId="LiveId" clId="{A75475CB-E90B-49A7-8916-1196816BF4F1}" dt="2026-09-02T08:26:43.411" v="4288" actId="1076"/>
          <ac:spMkLst>
            <pc:docMk/>
            <pc:sldMk cId="4224083050" sldId="265"/>
            <ac:spMk id="7" creationId="{DA97D7DB-313D-CFE8-5561-7E90996C9450}"/>
          </ac:spMkLst>
        </pc:spChg>
        <pc:spChg chg="add mod">
          <ac:chgData name="Thembelihle Nkosi" userId="34acb82be647289d" providerId="LiveId" clId="{A75475CB-E90B-49A7-8916-1196816BF4F1}" dt="2026-09-02T08:26:48.263" v="4289" actId="1076"/>
          <ac:spMkLst>
            <pc:docMk/>
            <pc:sldMk cId="4224083050" sldId="265"/>
            <ac:spMk id="8" creationId="{3202D219-EFBD-0B93-72B9-EB96D28B3591}"/>
          </ac:spMkLst>
        </pc:spChg>
        <pc:picChg chg="add del mod">
          <ac:chgData name="Thembelihle Nkosi" userId="34acb82be647289d" providerId="LiveId" clId="{A75475CB-E90B-49A7-8916-1196816BF4F1}" dt="2026-09-02T08:54:29.433" v="4656" actId="21"/>
          <ac:picMkLst>
            <pc:docMk/>
            <pc:sldMk cId="4224083050" sldId="265"/>
            <ac:picMk id="10" creationId="{6C017206-1816-2CDA-9AE8-0959A0BF2D66}"/>
          </ac:picMkLst>
        </pc:picChg>
        <pc:picChg chg="add del">
          <ac:chgData name="Thembelihle Nkosi" userId="34acb82be647289d" providerId="LiveId" clId="{A75475CB-E90B-49A7-8916-1196816BF4F1}" dt="2026-09-02T08:54:35.976" v="4658" actId="21"/>
          <ac:picMkLst>
            <pc:docMk/>
            <pc:sldMk cId="4224083050" sldId="265"/>
            <ac:picMk id="12" creationId="{36AC9BE9-4539-6549-8BC2-B6731EB2566C}"/>
          </ac:picMkLst>
        </pc:picChg>
        <pc:picChg chg="add mod">
          <ac:chgData name="Thembelihle Nkosi" userId="34acb82be647289d" providerId="LiveId" clId="{A75475CB-E90B-49A7-8916-1196816BF4F1}" dt="2026-09-02T08:54:58.314" v="4662" actId="14100"/>
          <ac:picMkLst>
            <pc:docMk/>
            <pc:sldMk cId="4224083050" sldId="265"/>
            <ac:picMk id="14" creationId="{7ACB0A52-45EA-4374-3541-223AAE63F5F4}"/>
          </ac:picMkLst>
        </pc:picChg>
      </pc:sldChg>
      <pc:sldChg chg="addSp modSp new mod chgLayout">
        <pc:chgData name="Thembelihle Nkosi" userId="34acb82be647289d" providerId="LiveId" clId="{A75475CB-E90B-49A7-8916-1196816BF4F1}" dt="2026-09-02T09:15:00.665" v="4863" actId="1076"/>
        <pc:sldMkLst>
          <pc:docMk/>
          <pc:sldMk cId="4169104927" sldId="266"/>
        </pc:sldMkLst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2" creationId="{D9CBD972-E19E-F98B-7232-3066ADCC0805}"/>
          </ac:spMkLst>
        </pc:spChg>
        <pc:spChg chg="mod ord">
          <ac:chgData name="Thembelihle Nkosi" userId="34acb82be647289d" providerId="LiveId" clId="{A75475CB-E90B-49A7-8916-1196816BF4F1}" dt="2026-09-02T08:29:46.231" v="4351" actId="700"/>
          <ac:spMkLst>
            <pc:docMk/>
            <pc:sldMk cId="4169104927" sldId="266"/>
            <ac:spMk id="3" creationId="{A064F995-DAC0-F2BA-F4B7-4AA15848CD5D}"/>
          </ac:spMkLst>
        </pc:spChg>
        <pc:spChg chg="add mod">
          <ac:chgData name="Thembelihle Nkosi" userId="34acb82be647289d" providerId="LiveId" clId="{A75475CB-E90B-49A7-8916-1196816BF4F1}" dt="2026-09-02T08:40:49.579" v="4451" actId="207"/>
          <ac:spMkLst>
            <pc:docMk/>
            <pc:sldMk cId="4169104927" sldId="266"/>
            <ac:spMk id="4" creationId="{7C1039FA-C227-0728-B80A-A04A4B6CE04E}"/>
          </ac:spMkLst>
        </pc:spChg>
        <pc:spChg chg="add mod">
          <ac:chgData name="Thembelihle Nkosi" userId="34acb82be647289d" providerId="LiveId" clId="{A75475CB-E90B-49A7-8916-1196816BF4F1}" dt="2026-09-02T09:15:00.665" v="4863" actId="1076"/>
          <ac:spMkLst>
            <pc:docMk/>
            <pc:sldMk cId="4169104927" sldId="266"/>
            <ac:spMk id="8" creationId="{1CC28A71-0F06-8525-75AF-BF1E0CCC5550}"/>
          </ac:spMkLst>
        </pc:spChg>
        <pc:graphicFrameChg chg="add mod modGraphic">
          <ac:chgData name="Thembelihle Nkosi" userId="34acb82be647289d" providerId="LiveId" clId="{A75475CB-E90B-49A7-8916-1196816BF4F1}" dt="2026-09-02T08:46:53.098" v="4655" actId="20577"/>
          <ac:graphicFrameMkLst>
            <pc:docMk/>
            <pc:sldMk cId="4169104927" sldId="266"/>
            <ac:graphicFrameMk id="5" creationId="{CCFB4286-0FB1-4E05-CAE8-526E19E62BD2}"/>
          </ac:graphicFrameMkLst>
        </pc:graphicFrameChg>
        <pc:picChg chg="add mod">
          <ac:chgData name="Thembelihle Nkosi" userId="34acb82be647289d" providerId="LiveId" clId="{A75475CB-E90B-49A7-8916-1196816BF4F1}" dt="2026-09-02T09:11:39.242" v="4668" actId="14100"/>
          <ac:picMkLst>
            <pc:docMk/>
            <pc:sldMk cId="4169104927" sldId="266"/>
            <ac:picMk id="7" creationId="{0A471F18-B616-4DFE-F6D2-6D7BFFD583DA}"/>
          </ac:picMkLst>
        </pc:picChg>
      </pc:sldChg>
      <pc:sldChg chg="new del">
        <pc:chgData name="Thembelihle Nkosi" userId="34acb82be647289d" providerId="LiveId" clId="{A75475CB-E90B-49A7-8916-1196816BF4F1}" dt="2026-09-02T08:29:25.749" v="4350" actId="2696"/>
        <pc:sldMkLst>
          <pc:docMk/>
          <pc:sldMk cId="925457027" sldId="267"/>
        </pc:sldMkLst>
      </pc:sldChg>
      <pc:sldChg chg="addSp delSp modSp new mod">
        <pc:chgData name="Thembelihle Nkosi" userId="34acb82be647289d" providerId="LiveId" clId="{A75475CB-E90B-49A7-8916-1196816BF4F1}" dt="2026-09-02T09:24:17.107" v="5228" actId="20577"/>
        <pc:sldMkLst>
          <pc:docMk/>
          <pc:sldMk cId="2713236424" sldId="267"/>
        </pc:sldMkLst>
        <pc:spChg chg="add mod">
          <ac:chgData name="Thembelihle Nkosi" userId="34acb82be647289d" providerId="LiveId" clId="{A75475CB-E90B-49A7-8916-1196816BF4F1}" dt="2026-09-02T09:17:10.509" v="4900" actId="1076"/>
          <ac:spMkLst>
            <pc:docMk/>
            <pc:sldMk cId="2713236424" sldId="267"/>
            <ac:spMk id="3" creationId="{3F0264F1-B19A-80A7-AAA9-D33FCAFE4996}"/>
          </ac:spMkLst>
        </pc:spChg>
        <pc:spChg chg="add mod">
          <ac:chgData name="Thembelihle Nkosi" userId="34acb82be647289d" providerId="LiveId" clId="{A75475CB-E90B-49A7-8916-1196816BF4F1}" dt="2026-09-02T09:18:17.008" v="4971" actId="1076"/>
          <ac:spMkLst>
            <pc:docMk/>
            <pc:sldMk cId="2713236424" sldId="267"/>
            <ac:spMk id="4" creationId="{C5C0F7E0-A1A8-3041-FEDB-470662BEF789}"/>
          </ac:spMkLst>
        </pc:spChg>
        <pc:spChg chg="add mod">
          <ac:chgData name="Thembelihle Nkosi" userId="34acb82be647289d" providerId="LiveId" clId="{A75475CB-E90B-49A7-8916-1196816BF4F1}" dt="2026-09-02T09:24:17.107" v="5228" actId="20577"/>
          <ac:spMkLst>
            <pc:docMk/>
            <pc:sldMk cId="2713236424" sldId="267"/>
            <ac:spMk id="12" creationId="{C4CDB01D-D9F1-2BB5-1F85-04A8D58029B2}"/>
          </ac:spMkLst>
        </pc:spChg>
        <pc:graphicFrameChg chg="add mod modGraphic">
          <ac:chgData name="Thembelihle Nkosi" userId="34acb82be647289d" providerId="LiveId" clId="{A75475CB-E90B-49A7-8916-1196816BF4F1}" dt="2026-09-02T09:19:33.559" v="5027" actId="20577"/>
          <ac:graphicFrameMkLst>
            <pc:docMk/>
            <pc:sldMk cId="2713236424" sldId="267"/>
            <ac:graphicFrameMk id="6" creationId="{D69D521A-2BF0-B65F-6A49-CE5AFAA45695}"/>
          </ac:graphicFrameMkLst>
        </pc:graphicFrameChg>
        <pc:picChg chg="add del mod">
          <ac:chgData name="Thembelihle Nkosi" userId="34acb82be647289d" providerId="LiveId" clId="{A75475CB-E90B-49A7-8916-1196816BF4F1}" dt="2026-09-02T09:21:08.953" v="5035" actId="22"/>
          <ac:picMkLst>
            <pc:docMk/>
            <pc:sldMk cId="2713236424" sldId="267"/>
            <ac:picMk id="8" creationId="{26969078-9E08-2F4D-EDDA-14A2E192FB1C}"/>
          </ac:picMkLst>
        </pc:picChg>
        <pc:picChg chg="add mod">
          <ac:chgData name="Thembelihle Nkosi" userId="34acb82be647289d" providerId="LiveId" clId="{A75475CB-E90B-49A7-8916-1196816BF4F1}" dt="2026-09-02T09:21:46.975" v="5040" actId="14100"/>
          <ac:picMkLst>
            <pc:docMk/>
            <pc:sldMk cId="2713236424" sldId="267"/>
            <ac:picMk id="10" creationId="{DDB6FD70-7166-B5A2-F84E-BE650511D505}"/>
          </ac:picMkLst>
        </pc:picChg>
      </pc:sldChg>
      <pc:sldChg chg="addSp modSp new mod">
        <pc:chgData name="Thembelihle Nkosi" userId="34acb82be647289d" providerId="LiveId" clId="{A75475CB-E90B-49A7-8916-1196816BF4F1}" dt="2026-09-02T09:25:18.018" v="5258" actId="20577"/>
        <pc:sldMkLst>
          <pc:docMk/>
          <pc:sldMk cId="4292511079" sldId="268"/>
        </pc:sldMkLst>
        <pc:spChg chg="add mod">
          <ac:chgData name="Thembelihle Nkosi" userId="34acb82be647289d" providerId="LiveId" clId="{A75475CB-E90B-49A7-8916-1196816BF4F1}" dt="2026-09-02T09:25:18.018" v="5258" actId="20577"/>
          <ac:spMkLst>
            <pc:docMk/>
            <pc:sldMk cId="4292511079" sldId="268"/>
            <ac:spMk id="3" creationId="{C22A7DEA-FEE9-B9CB-5AF6-E2858E6D632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Thembelihle Tili Nkosi 402313573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6E9A197A-58CB-3D36-18E2-0FC0CA0FC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Thembelihle Tili Nkosi 402313573</a:t>
            </a:r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9D2B7C3-93C4-3719-D2A9-FBE9AFC2A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054227"/>
            <a:ext cx="8229600" cy="47275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457200"/>
            <a:ext cx="3424518" cy="1139825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B98362AE-2C36-45F0-89C3-62A1A57AEF12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6D8A5A2A-9561-6566-F92F-F70D328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28"/>
            <a:ext cx="11277599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295400" cy="381000"/>
          </a:xfrm>
        </p:spPr>
        <p:txBody>
          <a:bodyPr/>
          <a:lstStyle/>
          <a:p>
            <a:fld id="{35A224EF-FAD4-494A-8BF2-CC9AEECE075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F542A43-84A6-50F4-C658-B1BBDDAD8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61728"/>
            <a:ext cx="11277599" cy="45390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290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5031BA-FE29-1272-03FA-2B84A9917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09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5257800"/>
            <a:ext cx="11277600" cy="685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1" y="6019799"/>
            <a:ext cx="11277598" cy="3810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93A8513-14C1-4EA5-B816-85CB08185FD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071A80C-9405-B736-DA8E-7C6B87617DC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7200" y="457199"/>
            <a:ext cx="11274552" cy="4572001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607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88507-42ED-EBB5-0C22-CA3A46666A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52" y="3175"/>
            <a:ext cx="12186353" cy="6854823"/>
          </a:xfrm>
          <a:custGeom>
            <a:avLst/>
            <a:gdLst>
              <a:gd name="csX0" fmla="*/ 0 w 12186355"/>
              <a:gd name="csY0" fmla="*/ 0 h 6854824"/>
              <a:gd name="csX1" fmla="*/ 12186355 w 12186355"/>
              <a:gd name="csY1" fmla="*/ 0 h 6854824"/>
              <a:gd name="csX2" fmla="*/ 12186355 w 12186355"/>
              <a:gd name="csY2" fmla="*/ 454025 h 6854824"/>
              <a:gd name="csX3" fmla="*/ 4798004 w 12186355"/>
              <a:gd name="csY3" fmla="*/ 454025 h 6854824"/>
              <a:gd name="csX4" fmla="*/ 4798004 w 12186355"/>
              <a:gd name="csY4" fmla="*/ 6397625 h 6854824"/>
              <a:gd name="csX5" fmla="*/ 12186355 w 12186355"/>
              <a:gd name="csY5" fmla="*/ 6397625 h 6854824"/>
              <a:gd name="csX6" fmla="*/ 12186355 w 12186355"/>
              <a:gd name="csY6" fmla="*/ 6854824 h 6854824"/>
              <a:gd name="csX7" fmla="*/ 0 w 12186355"/>
              <a:gd name="csY7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5" h="6854824">
                <a:moveTo>
                  <a:pt x="0" y="0"/>
                </a:moveTo>
                <a:lnTo>
                  <a:pt x="12186355" y="0"/>
                </a:lnTo>
                <a:lnTo>
                  <a:pt x="12186355" y="454025"/>
                </a:lnTo>
                <a:lnTo>
                  <a:pt x="4798004" y="454025"/>
                </a:lnTo>
                <a:lnTo>
                  <a:pt x="4798004" y="6397625"/>
                </a:lnTo>
                <a:lnTo>
                  <a:pt x="12186355" y="6397625"/>
                </a:lnTo>
                <a:lnTo>
                  <a:pt x="1218635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3886198" cy="45139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425200"/>
            <a:ext cx="3886200" cy="975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C0CC24DD-B32E-4CAE-BEF6-5792F13223AA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096000" y="76202"/>
            <a:ext cx="6019800" cy="365124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B516699-87B0-CAF3-CAD8-AA40FF750A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94950" y="457200"/>
            <a:ext cx="7388352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820400" y="6416675"/>
            <a:ext cx="129540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24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A396DB-37C9-E6F8-96EC-A98E70903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0 w 12186353"/>
              <a:gd name="csY0" fmla="*/ 6854824 h 6854824"/>
              <a:gd name="csX1" fmla="*/ 12186353 w 12186353"/>
              <a:gd name="csY1" fmla="*/ 6854824 h 6854824"/>
              <a:gd name="csX2" fmla="*/ 12186353 w 12186353"/>
              <a:gd name="csY2" fmla="*/ 0 h 6854824"/>
              <a:gd name="csX3" fmla="*/ 0 w 12186353"/>
              <a:gd name="csY3" fmla="*/ 0 h 6854824"/>
              <a:gd name="csX4" fmla="*/ 0 w 12186353"/>
              <a:gd name="csY4" fmla="*/ 457198 h 6854824"/>
              <a:gd name="csX5" fmla="*/ 7418624 w 12186353"/>
              <a:gd name="csY5" fmla="*/ 457198 h 6854824"/>
              <a:gd name="csX6" fmla="*/ 7418624 w 12186353"/>
              <a:gd name="csY6" fmla="*/ 6400798 h 6854824"/>
              <a:gd name="csX7" fmla="*/ 0 w 12186353"/>
              <a:gd name="csY7" fmla="*/ 6400798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4">
                <a:moveTo>
                  <a:pt x="0" y="6854824"/>
                </a:moveTo>
                <a:lnTo>
                  <a:pt x="12186353" y="6854824"/>
                </a:lnTo>
                <a:lnTo>
                  <a:pt x="12186353" y="0"/>
                </a:lnTo>
                <a:lnTo>
                  <a:pt x="0" y="0"/>
                </a:lnTo>
                <a:lnTo>
                  <a:pt x="0" y="457198"/>
                </a:lnTo>
                <a:lnTo>
                  <a:pt x="7418624" y="457198"/>
                </a:lnTo>
                <a:lnTo>
                  <a:pt x="7418624" y="6400798"/>
                </a:lnTo>
                <a:lnTo>
                  <a:pt x="0" y="6400798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8702" y="1856835"/>
            <a:ext cx="3816098" cy="30482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8702" y="5362310"/>
            <a:ext cx="3816098" cy="102676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BF832BF-3B44-4220-ADE4-8AF6F7957F7E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29ACD8CA-973C-C07A-B4B5-1C33BD6267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457200"/>
            <a:ext cx="742427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65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1CBD8CA-F53F-CFB6-D102-6C4CA833B8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57200"/>
            <a:ext cx="8229600" cy="54146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9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943599"/>
            <a:ext cx="10896600" cy="461681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87593"/>
            <a:ext cx="914400" cy="365125"/>
          </a:xfrm>
        </p:spPr>
        <p:txBody>
          <a:bodyPr/>
          <a:lstStyle/>
          <a:p>
            <a:fld id="{4909E381-6539-4489-B4FB-FB4B213947D0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10395" y="87593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80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3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7588" y="457200"/>
            <a:ext cx="8723871" cy="4419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7100" y="5483226"/>
            <a:ext cx="5257800" cy="917574"/>
          </a:xfrm>
        </p:spPr>
        <p:txBody>
          <a:bodyPr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926C-A806-4837-B2ED-C1FBC6C9862A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96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33488-440B-D134-7B68-A14A7114C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DDC27D1-1506-B7FD-BBD8-570878A44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80952" cy="6277097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5354" y="457200"/>
            <a:ext cx="3439445" cy="2971800"/>
          </a:xfrm>
        </p:spPr>
        <p:txBody>
          <a:bodyPr anchor="t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D11D3-D3E2-4915-A910-087C484C19E6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032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B2BFDAB-1042-6B32-CEEF-4E400B77CF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3174"/>
            <a:ext cx="12192002" cy="6854824"/>
          </a:xfrm>
          <a:custGeom>
            <a:avLst/>
            <a:gdLst>
              <a:gd name="csX0" fmla="*/ 0 w 5650525"/>
              <a:gd name="csY0" fmla="*/ 0 h 6854824"/>
              <a:gd name="csX1" fmla="*/ 5650525 w 5650525"/>
              <a:gd name="csY1" fmla="*/ 0 h 6854824"/>
              <a:gd name="csX2" fmla="*/ 5650525 w 5650525"/>
              <a:gd name="csY2" fmla="*/ 6854824 h 6854824"/>
              <a:gd name="csX3" fmla="*/ 0 w 5650525"/>
              <a:gd name="csY3" fmla="*/ 6854824 h 68548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50525" h="6854824">
                <a:moveTo>
                  <a:pt x="0" y="0"/>
                </a:moveTo>
                <a:lnTo>
                  <a:pt x="5650525" y="0"/>
                </a:lnTo>
                <a:lnTo>
                  <a:pt x="5650525" y="6854824"/>
                </a:lnTo>
                <a:lnTo>
                  <a:pt x="0" y="6854824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7845553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FB57F29D-BFC4-4C38-8372-C0BD5CC9783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515063-D727-8995-60D3-02623A7C2A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199" y="457200"/>
            <a:ext cx="9982201" cy="6172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914400" cy="381000"/>
          </a:xfrm>
        </p:spPr>
        <p:txBody>
          <a:bodyPr/>
          <a:lstStyle/>
          <a:p>
            <a:fld id="{3A78FECD-A4F9-488C-8ADE-21AB9969B07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400800"/>
            <a:ext cx="7620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427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0E223EA-E781-514C-FE24-98349C5AF9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6386732"/>
              <a:gd name="csY0" fmla="*/ 0 h 6858000"/>
              <a:gd name="csX1" fmla="*/ 6386732 w 6386732"/>
              <a:gd name="csY1" fmla="*/ 0 h 6858000"/>
              <a:gd name="csX2" fmla="*/ 6386732 w 6386732"/>
              <a:gd name="csY2" fmla="*/ 6858000 h 6858000"/>
              <a:gd name="csX3" fmla="*/ 0 w 6386732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386732" h="6858000">
                <a:moveTo>
                  <a:pt x="0" y="0"/>
                </a:moveTo>
                <a:lnTo>
                  <a:pt x="6386732" y="0"/>
                </a:lnTo>
                <a:lnTo>
                  <a:pt x="638673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457200"/>
            <a:ext cx="4800600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EDB7E-6F2A-4085-8709-B3C7F60273CE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34200" y="3455158"/>
            <a:ext cx="4800600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38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6842E55-F2D0-924E-CEFB-721E6B52AA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8718468" cy="254075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8A7E8-38C1-40E5-8F4D-956F8B01E68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8718468" cy="2945641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EFDED5-938A-286B-8D7B-122F48C83F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7200 h 6858000"/>
              <a:gd name="csX3" fmla="*/ 5715000 w 12192000"/>
              <a:gd name="csY3" fmla="*/ 457200 h 6858000"/>
              <a:gd name="csX4" fmla="*/ 5715000 w 12192000"/>
              <a:gd name="csY4" fmla="*/ 6400800 h 6858000"/>
              <a:gd name="csX5" fmla="*/ 12192000 w 12192000"/>
              <a:gd name="csY5" fmla="*/ 640080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7200"/>
                </a:lnTo>
                <a:lnTo>
                  <a:pt x="5715000" y="457200"/>
                </a:lnTo>
                <a:lnTo>
                  <a:pt x="5715000" y="6400800"/>
                </a:lnTo>
                <a:lnTo>
                  <a:pt x="12192000" y="640080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800600" cy="2540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242BA-7514-4E8F-A1E5-B6D33FA3683D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455158"/>
            <a:ext cx="4800601" cy="2945642"/>
          </a:xfrm>
        </p:spPr>
        <p:txBody>
          <a:bodyPr>
            <a:normAutofit/>
          </a:bodyPr>
          <a:lstStyle>
            <a:lvl1pPr marL="4572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685800" indent="-4572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0287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1257300" indent="-342900">
              <a:spcBef>
                <a:spcPts val="0"/>
              </a:spcBef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CF711452-E8CD-4198-878F-62016D1DDA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15000" y="457200"/>
            <a:ext cx="6480048" cy="5943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91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4AEF0-FD49-9901-2650-A660E32BBD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1559CC2E-67E0-CD45-1923-3D29474D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4200" y="510298"/>
            <a:ext cx="4800600" cy="33817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B03D3-CC37-49B7-AB28-BD9ECADD9218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EBA0937-B41B-914E-2AAC-46E2E3534AD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934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4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C589F9-B5E9-4B33-8105-9AC2FFA5989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CB78262B-02D6-47C9-67D0-07D0F3357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08537"/>
            <a:ext cx="4800600" cy="298352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6350C-9F11-4EBF-B094-107D7BEF280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DBB5A5D-0276-D53B-63DA-FE8A52528A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4343400"/>
            <a:ext cx="4800600" cy="2057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01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84CEF6-557E-9804-CC9A-89809A5FF7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0200"/>
            <a:ext cx="3657600" cy="365760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6D37F7F2-020F-4336-87A4-17150DE1EE6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847EA967-03AF-58FD-4A3C-C4F2DD0449F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1600200"/>
            <a:ext cx="5565663" cy="3657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BAAE26-8B0A-A488-121D-8BF5642E9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ECFD1D24-3E64-42AB-A9F0-9A28A6646A4C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386993"/>
            <a:ext cx="6629400" cy="4083579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966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960BFB7-1A46-3D6C-10AE-175CE77B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2B2E4C63-596A-47BE-BE0F-FF0526384F57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05400" y="1050111"/>
            <a:ext cx="6629400" cy="4940661"/>
          </a:xfrm>
        </p:spPr>
        <p:txBody>
          <a:bodyPr anchor="ctr"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535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DB91743-0D30-2350-EB44-06EFA20D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86993"/>
            <a:ext cx="3657600" cy="40835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0"/>
            <a:ext cx="1447800" cy="381000"/>
          </a:xfrm>
        </p:spPr>
        <p:txBody>
          <a:bodyPr/>
          <a:lstStyle/>
          <a:p>
            <a:fld id="{CAD4C856-6C48-4F05-8C20-FA17C7CCDC6B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02E3AAFD-6A60-1D0B-28FF-0B5CB92D6A3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5400" y="457200"/>
            <a:ext cx="6629400" cy="5943600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b="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549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D313C0D-237C-145D-6D99-0704931ED3D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3827047 w 12186352"/>
              <a:gd name="csY3" fmla="*/ 454026 h 6854823"/>
              <a:gd name="csX4" fmla="*/ 3827047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3827047" y="454026"/>
                </a:lnTo>
                <a:lnTo>
                  <a:pt x="3827047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102" y="457200"/>
            <a:ext cx="2887123" cy="2514601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0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5B8E69F-9AE3-4724-8776-3A6C261313A6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983E9A5C-C933-60D2-BA0B-5D63E2467D6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102" y="3429000"/>
            <a:ext cx="2887123" cy="29717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74DB69AA-A231-8C00-D853-CD5E094B06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32696" y="457200"/>
            <a:ext cx="8359305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799"/>
            <a:ext cx="1295400" cy="381001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15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314FBE-6941-996E-732C-BE9042D03FA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4568825 h 6854823"/>
              <a:gd name="csX2" fmla="*/ 11729151 w 12186352"/>
              <a:gd name="csY2" fmla="*/ 4568825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4568825"/>
                </a:lnTo>
                <a:lnTo>
                  <a:pt x="11729151" y="4568825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029201"/>
            <a:ext cx="3810000" cy="13716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45ACF-50BA-4EE0-BE93-6D2796ACDECA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D0830D9-CC27-C2C3-C727-D0E6E595B28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4114799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751" y="5029200"/>
            <a:ext cx="7016048" cy="13716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90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CB3BA5-C3CC-30C6-920A-AFE4D14AF26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8" y="3177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3 h 6854823"/>
              <a:gd name="csX5" fmla="*/ 4761059 w 12186352"/>
              <a:gd name="csY5" fmla="*/ 6397623 h 6854823"/>
              <a:gd name="csX6" fmla="*/ 4761059 w 12186352"/>
              <a:gd name="csY6" fmla="*/ 454023 h 6854823"/>
              <a:gd name="csX7" fmla="*/ 12186352 w 12186352"/>
              <a:gd name="csY7" fmla="*/ 4540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3"/>
                </a:lnTo>
                <a:lnTo>
                  <a:pt x="4761059" y="6397623"/>
                </a:lnTo>
                <a:lnTo>
                  <a:pt x="4761059" y="454023"/>
                </a:lnTo>
                <a:lnTo>
                  <a:pt x="12186352" y="4540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B804614-19A7-C141-7231-844689471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0964" y="457200"/>
            <a:ext cx="3843837" cy="1710063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0915B74-DE73-85C6-5754-84F12F96E92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1000"/>
          </a:xfrm>
        </p:spPr>
        <p:txBody>
          <a:bodyPr/>
          <a:lstStyle/>
          <a:p>
            <a:fld id="{1DBE0817-F54E-4992-88DD-E1B2F6C81E7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AF0EABC9-86BA-DDCF-A091-AB6C3E9C93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404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4F324D2-4F52-DFB7-CF7C-C3182974B46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C8445A35-FB03-D828-D87E-A268F3E1E0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90964" y="2624462"/>
            <a:ext cx="3843837" cy="3776337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C5C69391-C5F6-E4C0-A8D2-D378757ACC4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0822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78C312-FD23-D608-5B72-5DB43989560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6 h 6854823"/>
              <a:gd name="csX3" fmla="*/ 4755412 w 12186352"/>
              <a:gd name="csY3" fmla="*/ 454026 h 6854823"/>
              <a:gd name="csX4" fmla="*/ 4755412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6"/>
                </a:lnTo>
                <a:lnTo>
                  <a:pt x="4755412" y="454026"/>
                </a:lnTo>
                <a:lnTo>
                  <a:pt x="4755412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3714" cy="171006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1000"/>
          </a:xfrm>
        </p:spPr>
        <p:txBody>
          <a:bodyPr/>
          <a:lstStyle/>
          <a:p>
            <a:fld id="{586941F6-776C-4CFB-AA27-A0087DCEF11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799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04AEB09-C22F-E34F-DEF8-A875003EEE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621290"/>
            <a:ext cx="3813714" cy="377951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B255439D-9DD5-19F0-DFF1-101A9899DF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061" y="457200"/>
            <a:ext cx="7430940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707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5DD87899-462F-D06B-5D64-3ED065B39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9060" y="457200"/>
            <a:ext cx="4735740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634F943B-FBB0-AD70-5392-FF1249A8D9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1DF9D14-F163-4362-9787-D147A1B99C8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3A7B337-CA3D-E1B0-7039-CA1FCFDEE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799" cy="380999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805F337F-4512-E680-8F5A-95C1812826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C68F33D8-4565-CA0E-DF2E-27FBE006F91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99060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A52E7D2F-742D-CB2D-2766-5AF678F3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399" y="6400800"/>
            <a:ext cx="1295399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786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2693257-E100-0525-B4C7-8CA750535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860" y="457200"/>
            <a:ext cx="4796699" cy="13060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0" y="76201"/>
            <a:ext cx="1295401" cy="380999"/>
          </a:xfrm>
        </p:spPr>
        <p:txBody>
          <a:bodyPr/>
          <a:lstStyle/>
          <a:p>
            <a:fld id="{04AE55DE-D8CA-40AB-8042-F3F25A3A93E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2"/>
            <a:ext cx="6019800" cy="38099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EAC9A1BA-A83A-E476-1A91-3DB0B544DF3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835" y="2209800"/>
            <a:ext cx="4735740" cy="4191000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A90998F5-C9FB-EC52-B802-B62AA63E426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99761" y="457200"/>
            <a:ext cx="6492240" cy="5943600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400" cy="3810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6013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46F2B-72CE-C947-0021-F34244B43444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454026 h 6854823"/>
              <a:gd name="csX1" fmla="*/ 451551 w 12186352"/>
              <a:gd name="csY1" fmla="*/ 3654426 h 6854823"/>
              <a:gd name="csX2" fmla="*/ 11729151 w 12186352"/>
              <a:gd name="csY2" fmla="*/ 3654426 h 6854823"/>
              <a:gd name="csX3" fmla="*/ 11729151 w 12186352"/>
              <a:gd name="csY3" fmla="*/ 454026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454026"/>
                </a:moveTo>
                <a:lnTo>
                  <a:pt x="451551" y="3654426"/>
                </a:lnTo>
                <a:lnTo>
                  <a:pt x="11729151" y="3654426"/>
                </a:lnTo>
                <a:lnTo>
                  <a:pt x="11729151" y="454026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111624"/>
            <a:ext cx="3219343" cy="228917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C8317-286A-4379-A764-765D2611957F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5CCD5774-AB2C-F489-2BCD-75A5731FA85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7600" cy="32004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8092" y="4111624"/>
            <a:ext cx="7606708" cy="22891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26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D3EA0-3FE9-3CAB-830E-268B27509F7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V="1"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3638875 h 6854823"/>
              <a:gd name="csX1" fmla="*/ 451551 w 12186352"/>
              <a:gd name="csY1" fmla="*/ 438477 h 6854823"/>
              <a:gd name="csX2" fmla="*/ 11729151 w 12186352"/>
              <a:gd name="csY2" fmla="*/ 438477 h 6854823"/>
              <a:gd name="csX3" fmla="*/ 11729151 w 12186352"/>
              <a:gd name="csY3" fmla="*/ 3638875 h 6854823"/>
              <a:gd name="csX4" fmla="*/ 0 w 12186352"/>
              <a:gd name="csY4" fmla="*/ 6854823 h 6854823"/>
              <a:gd name="csX5" fmla="*/ 12186352 w 12186352"/>
              <a:gd name="csY5" fmla="*/ 6854823 h 6854823"/>
              <a:gd name="csX6" fmla="*/ 12186352 w 12186352"/>
              <a:gd name="csY6" fmla="*/ 0 h 6854823"/>
              <a:gd name="csX7" fmla="*/ 0 w 12186352"/>
              <a:gd name="csY7" fmla="*/ 0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3638875"/>
                </a:moveTo>
                <a:lnTo>
                  <a:pt x="451551" y="438477"/>
                </a:lnTo>
                <a:lnTo>
                  <a:pt x="11729151" y="438477"/>
                </a:lnTo>
                <a:lnTo>
                  <a:pt x="11729151" y="3638875"/>
                </a:lnTo>
                <a:close/>
                <a:moveTo>
                  <a:pt x="0" y="6854823"/>
                </a:moveTo>
                <a:lnTo>
                  <a:pt x="12186352" y="6854823"/>
                </a:lnTo>
                <a:lnTo>
                  <a:pt x="1218635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200400" cy="2307896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201" y="76201"/>
            <a:ext cx="1295400" cy="381000"/>
          </a:xfrm>
        </p:spPr>
        <p:txBody>
          <a:bodyPr/>
          <a:lstStyle/>
          <a:p>
            <a:fld id="{22DEBFB0-8C21-464F-B983-DA5E6097C3AC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FAF7E276-884D-AF00-1E18-715F56A8A90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22370" y="457200"/>
            <a:ext cx="7612430" cy="23078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b="0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B1DE11C5-B5A8-F8F8-2A43-C0C9580263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3219122"/>
            <a:ext cx="11277600" cy="3200398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6262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268A4B-F698-5EDC-1790-BA10F89CD8F3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12186352 w 12186352"/>
              <a:gd name="csY0" fmla="*/ 0 h 6854823"/>
              <a:gd name="csX1" fmla="*/ 0 w 12186352"/>
              <a:gd name="csY1" fmla="*/ 0 h 6854823"/>
              <a:gd name="csX2" fmla="*/ 0 w 12186352"/>
              <a:gd name="csY2" fmla="*/ 6854823 h 6854823"/>
              <a:gd name="csX3" fmla="*/ 12186352 w 12186352"/>
              <a:gd name="csY3" fmla="*/ 6854823 h 6854823"/>
              <a:gd name="csX4" fmla="*/ 12186352 w 12186352"/>
              <a:gd name="csY4" fmla="*/ 6397626 h 6854823"/>
              <a:gd name="csX5" fmla="*/ 7467253 w 12186352"/>
              <a:gd name="csY5" fmla="*/ 6397626 h 6854823"/>
              <a:gd name="csX6" fmla="*/ 7467253 w 12186352"/>
              <a:gd name="csY6" fmla="*/ 454025 h 6854823"/>
              <a:gd name="csX7" fmla="*/ 12186352 w 12186352"/>
              <a:gd name="csY7" fmla="*/ 454025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lnTo>
                  <a:pt x="12186352" y="6397626"/>
                </a:lnTo>
                <a:lnTo>
                  <a:pt x="7467253" y="6397626"/>
                </a:lnTo>
                <a:lnTo>
                  <a:pt x="7467253" y="454025"/>
                </a:lnTo>
                <a:lnTo>
                  <a:pt x="12186352" y="454025"/>
                </a:lnTo>
                <a:close/>
              </a:path>
            </a:pathLst>
          </a:cu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3B9DEC9-1D26-F04D-4F91-7BE751BC6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949" y="457199"/>
            <a:ext cx="6552851" cy="155584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8">
            <a:extLst>
              <a:ext uri="{FF2B5EF4-FFF2-40B4-BE49-F238E27FC236}">
                <a16:creationId xmlns:a16="http://schemas.microsoft.com/office/drawing/2014/main" id="{1E168D7B-B77A-72AC-AA72-64FBAA8D378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8"/>
          </a:xfrm>
        </p:spPr>
        <p:txBody>
          <a:bodyPr/>
          <a:lstStyle/>
          <a:p>
            <a:fld id="{7871E2FE-5516-4AFE-9DCA-4FB7C11D56C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9">
            <a:extLst>
              <a:ext uri="{FF2B5EF4-FFF2-40B4-BE49-F238E27FC236}">
                <a16:creationId xmlns:a16="http://schemas.microsoft.com/office/drawing/2014/main" id="{4014B883-B832-AE53-6858-8E25B13C5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CC1B439C-57E0-A299-9A98-A81BFA738C8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7D22B98A-40DC-D510-5762-8D7E05344E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949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11">
            <a:extLst>
              <a:ext uri="{FF2B5EF4-FFF2-40B4-BE49-F238E27FC236}">
                <a16:creationId xmlns:a16="http://schemas.microsoft.com/office/drawing/2014/main" id="{7CA11211-0281-DD36-148E-3ABC637497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79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C1286-F0A1-DDC1-4A24-85A9D3462CB1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454025 h 6854823"/>
              <a:gd name="csX3" fmla="*/ 7461604 w 12186352"/>
              <a:gd name="csY3" fmla="*/ 454025 h 6854823"/>
              <a:gd name="csX4" fmla="*/ 7461604 w 12186352"/>
              <a:gd name="csY4" fmla="*/ 6397626 h 6854823"/>
              <a:gd name="csX5" fmla="*/ 12186352 w 12186352"/>
              <a:gd name="csY5" fmla="*/ 6397626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454025"/>
                </a:lnTo>
                <a:lnTo>
                  <a:pt x="7461604" y="454025"/>
                </a:lnTo>
                <a:lnTo>
                  <a:pt x="7461604" y="6397626"/>
                </a:lnTo>
                <a:lnTo>
                  <a:pt x="12186352" y="6397626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D7F3BC77-0C60-6C24-E5FE-6B80D4812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549553" cy="1549495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1"/>
            <a:ext cx="1295400" cy="380999"/>
          </a:xfrm>
        </p:spPr>
        <p:txBody>
          <a:bodyPr/>
          <a:lstStyle/>
          <a:p>
            <a:fld id="{637572F3-4776-431C-92C5-391680F7261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0A2831D-F063-09A6-A707-24AC43E312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3902" y="2470242"/>
            <a:ext cx="6552851" cy="3930558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3">
            <a:extLst>
              <a:ext uri="{FF2B5EF4-FFF2-40B4-BE49-F238E27FC236}">
                <a16:creationId xmlns:a16="http://schemas.microsoft.com/office/drawing/2014/main" id="{FEC7CBEB-1BF7-2607-DBAA-531A9067F8B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467253" y="457199"/>
            <a:ext cx="4724748" cy="59436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6884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1A7354-C3D2-8AD8-40DE-4E850BDFCC68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6533074 w 12186352"/>
              <a:gd name="csY0" fmla="*/ 1858587 h 6854823"/>
              <a:gd name="csX1" fmla="*/ 6533074 w 12186352"/>
              <a:gd name="csY1" fmla="*/ 6397626 h 6854823"/>
              <a:gd name="csX2" fmla="*/ 3 w 12186352"/>
              <a:gd name="csY2" fmla="*/ 6397626 h 6854823"/>
              <a:gd name="csX3" fmla="*/ 3 w 12186352"/>
              <a:gd name="csY3" fmla="*/ 1858587 h 6854823"/>
              <a:gd name="csX4" fmla="*/ 12186352 w 12186352"/>
              <a:gd name="csY4" fmla="*/ 0 h 6854823"/>
              <a:gd name="csX5" fmla="*/ 0 w 12186352"/>
              <a:gd name="csY5" fmla="*/ 0 h 6854823"/>
              <a:gd name="csX6" fmla="*/ 0 w 12186352"/>
              <a:gd name="csY6" fmla="*/ 6854823 h 6854823"/>
              <a:gd name="csX7" fmla="*/ 12186352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6533074" y="1858587"/>
                </a:moveTo>
                <a:lnTo>
                  <a:pt x="6533074" y="6397626"/>
                </a:lnTo>
                <a:lnTo>
                  <a:pt x="3" y="6397626"/>
                </a:lnTo>
                <a:lnTo>
                  <a:pt x="3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E2067BC-DC4F-D794-A7F8-65900B793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1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61FAF02C-8E8E-0257-0307-15E6853700F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8F7770AB-DC37-4B7F-9A8C-273E03C5221B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12F6119E-6325-71C5-AFDB-160A100A21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DAF060C4-6682-AB70-5937-47DB8276FDC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E3FB443-D4CA-E6C5-2187-4A649A47F28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7" y="1861761"/>
            <a:ext cx="6533071" cy="4539039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39D0113-D166-6E44-FF30-39C61CD1379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427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ABB22AD-DA7B-73AE-1F66-31345119900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315201 w 12186352"/>
              <a:gd name="csY0" fmla="*/ 1858587 h 6854823"/>
              <a:gd name="csX1" fmla="*/ 7315201 w 12186352"/>
              <a:gd name="csY1" fmla="*/ 6397626 h 6854823"/>
              <a:gd name="csX2" fmla="*/ 2 w 12186352"/>
              <a:gd name="csY2" fmla="*/ 6397626 h 6854823"/>
              <a:gd name="csX3" fmla="*/ 2 w 12186352"/>
              <a:gd name="csY3" fmla="*/ 1858587 h 6854823"/>
              <a:gd name="csX4" fmla="*/ 457201 w 12186352"/>
              <a:gd name="csY4" fmla="*/ 1858587 h 6854823"/>
              <a:gd name="csX5" fmla="*/ 6533074 w 12186352"/>
              <a:gd name="csY5" fmla="*/ 1858587 h 6854823"/>
              <a:gd name="csX6" fmla="*/ 12186352 w 12186352"/>
              <a:gd name="csY6" fmla="*/ 0 h 6854823"/>
              <a:gd name="csX7" fmla="*/ 0 w 12186352"/>
              <a:gd name="csY7" fmla="*/ 0 h 6854823"/>
              <a:gd name="csX8" fmla="*/ 0 w 12186352"/>
              <a:gd name="csY8" fmla="*/ 6854823 h 6854823"/>
              <a:gd name="csX9" fmla="*/ 12186352 w 12186352"/>
              <a:gd name="csY9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2186352" h="6854823">
                <a:moveTo>
                  <a:pt x="7315201" y="1858587"/>
                </a:moveTo>
                <a:lnTo>
                  <a:pt x="7315201" y="6397626"/>
                </a:lnTo>
                <a:lnTo>
                  <a:pt x="2" y="6397626"/>
                </a:lnTo>
                <a:lnTo>
                  <a:pt x="2" y="1858587"/>
                </a:lnTo>
                <a:lnTo>
                  <a:pt x="457201" y="1858587"/>
                </a:lnTo>
                <a:lnTo>
                  <a:pt x="6533074" y="1858587"/>
                </a:lnTo>
                <a:close/>
                <a:moveTo>
                  <a:pt x="12186352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2" y="6854823"/>
                </a:lnTo>
                <a:close/>
              </a:path>
            </a:pathLst>
          </a:cu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FFB7B32-3B46-FEC3-8857-8E1A162E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7349"/>
            <a:ext cx="11277599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5A78EBE9-E3B4-4D34-98D4-EDCF231D8E97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5999" y="76201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861761"/>
            <a:ext cx="3886199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9BB8F855-8399-5C2F-8FFE-3445E6ACC1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76800" y="1861761"/>
            <a:ext cx="7315199" cy="4539039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3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88642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7870277-9BEA-773F-5ABC-0478C95CF73B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0 w 12186352"/>
              <a:gd name="csY0" fmla="*/ 0 h 6854823"/>
              <a:gd name="csX1" fmla="*/ 12186352 w 12186352"/>
              <a:gd name="csY1" fmla="*/ 0 h 6854823"/>
              <a:gd name="csX2" fmla="*/ 12186352 w 12186352"/>
              <a:gd name="csY2" fmla="*/ 6854823 h 6854823"/>
              <a:gd name="csX3" fmla="*/ 0 w 12186352"/>
              <a:gd name="csY3" fmla="*/ 6854823 h 6854823"/>
              <a:gd name="csX4" fmla="*/ 0 w 12186352"/>
              <a:gd name="csY4" fmla="*/ 6377154 h 6854823"/>
              <a:gd name="csX5" fmla="*/ 6527422 w 12186352"/>
              <a:gd name="csY5" fmla="*/ 6377154 h 6854823"/>
              <a:gd name="csX6" fmla="*/ 6527422 w 12186352"/>
              <a:gd name="csY6" fmla="*/ 1858587 h 6854823"/>
              <a:gd name="csX7" fmla="*/ 0 w 12186352"/>
              <a:gd name="csY7" fmla="*/ 1858587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lnTo>
                  <a:pt x="0" y="6377154"/>
                </a:lnTo>
                <a:lnTo>
                  <a:pt x="6527422" y="6377154"/>
                </a:lnTo>
                <a:lnTo>
                  <a:pt x="6527422" y="1858587"/>
                </a:lnTo>
                <a:lnTo>
                  <a:pt x="0" y="1858587"/>
                </a:lnTo>
                <a:close/>
              </a:path>
            </a:pathLst>
          </a:cu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5CBF9ED-624B-FB83-6E83-BB42410F2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90162"/>
            <a:ext cx="11277597" cy="91440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1"/>
            <a:ext cx="1295400" cy="380999"/>
          </a:xfrm>
        </p:spPr>
        <p:txBody>
          <a:bodyPr/>
          <a:lstStyle/>
          <a:p>
            <a:fld id="{9D32C8A0-1A1A-468D-997E-C3017087B148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1" y="76201"/>
            <a:ext cx="6019798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9BCDC3DB-8BBB-CC92-23DB-44BEC6BD61F7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1861761"/>
            <a:ext cx="6533071" cy="4518567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C7B1CAB-4A9F-B8E9-3C1E-15C58564C1F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90270" y="1861761"/>
            <a:ext cx="4744527" cy="453903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44199" y="6400800"/>
            <a:ext cx="1371599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139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D7B64117-148B-10E8-7721-A4C85F0B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1" y="457200"/>
            <a:ext cx="7254240" cy="117370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ACEC350-F243-8E48-2F30-905D6999D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0" y="76200"/>
            <a:ext cx="1295401" cy="380999"/>
          </a:xfrm>
        </p:spPr>
        <p:txBody>
          <a:bodyPr/>
          <a:lstStyle/>
          <a:p>
            <a:fld id="{FC086BAF-8081-434A-9847-579DEEADDD8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693FD3A5-45B7-3678-FCC8-1AA49237E7B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1"/>
            <a:ext cx="6019800" cy="38100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90E31D68-951A-2336-5424-6671B2E929A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679495B1-3D42-5CC6-1177-BBB5CCDEF14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05F3D1FB-5F83-6976-2FDE-42146116FF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9621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0E5C046-40A5-D694-E725-EA0ABE0B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199"/>
            <a:ext cx="7254239" cy="1173712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6201" y="76200"/>
            <a:ext cx="1295400" cy="380999"/>
          </a:xfrm>
        </p:spPr>
        <p:txBody>
          <a:bodyPr/>
          <a:lstStyle/>
          <a:p>
            <a:fld id="{2AD65953-2978-4891-9AEB-00D723E1A06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096000" y="76200"/>
            <a:ext cx="6019800" cy="38099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4E5FB0DF-C175-C1BD-BDD9-3536A2F7E4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1" y="2088108"/>
            <a:ext cx="7254240" cy="4312692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7C20B94A-DE1D-8112-79D8-ADD778F243A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457199"/>
            <a:ext cx="4023360" cy="5943601"/>
          </a:xfrm>
          <a:blipFill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820400" y="6400800"/>
            <a:ext cx="1295400" cy="381000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43100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160961-81A4-744C-57F0-3A91AB73281C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5029200" cy="151908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AD74F-CF43-4C73-A781-3E241FBD448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2CE9A6-F23E-1299-6CEA-8B0DBFBE201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357283"/>
            <a:ext cx="5029199" cy="4043516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457200"/>
            <a:ext cx="5638799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105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292B07A-D9A0-38E9-B941-74C38124D599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custGeom>
            <a:avLst/>
            <a:gdLst>
              <a:gd name="csX0" fmla="*/ 451551 w 12186352"/>
              <a:gd name="csY0" fmla="*/ 2354110 h 6854823"/>
              <a:gd name="csX1" fmla="*/ 451551 w 12186352"/>
              <a:gd name="csY1" fmla="*/ 6397626 h 6854823"/>
              <a:gd name="csX2" fmla="*/ 5480751 w 12186352"/>
              <a:gd name="csY2" fmla="*/ 6397626 h 6854823"/>
              <a:gd name="csX3" fmla="*/ 5480751 w 12186352"/>
              <a:gd name="csY3" fmla="*/ 2354110 h 6854823"/>
              <a:gd name="csX4" fmla="*/ 0 w 12186352"/>
              <a:gd name="csY4" fmla="*/ 0 h 6854823"/>
              <a:gd name="csX5" fmla="*/ 12186352 w 12186352"/>
              <a:gd name="csY5" fmla="*/ 0 h 6854823"/>
              <a:gd name="csX6" fmla="*/ 12186352 w 12186352"/>
              <a:gd name="csY6" fmla="*/ 6854823 h 6854823"/>
              <a:gd name="csX7" fmla="*/ 0 w 12186352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2" h="6854823">
                <a:moveTo>
                  <a:pt x="451551" y="2354110"/>
                </a:moveTo>
                <a:lnTo>
                  <a:pt x="451551" y="6397626"/>
                </a:lnTo>
                <a:lnTo>
                  <a:pt x="5480751" y="6397626"/>
                </a:lnTo>
                <a:lnTo>
                  <a:pt x="5480751" y="2354110"/>
                </a:lnTo>
                <a:close/>
                <a:moveTo>
                  <a:pt x="0" y="0"/>
                </a:moveTo>
                <a:lnTo>
                  <a:pt x="12186352" y="0"/>
                </a:lnTo>
                <a:lnTo>
                  <a:pt x="12186352" y="6854823"/>
                </a:lnTo>
                <a:lnTo>
                  <a:pt x="0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716844" cy="191994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D5FE2-0242-4672-B80A-E9802917FF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115A2C62-B33D-41E9-D363-2E5B5EC4C6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743200"/>
            <a:ext cx="3716845" cy="3657600"/>
          </a:xfrm>
          <a:blipFill dpi="0" rotWithShape="1"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399" y="457201"/>
            <a:ext cx="7010401" cy="5943599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491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D16EBF9-B68A-0B06-1D11-8A73C8F97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49242"/>
            <a:ext cx="5638800" cy="105155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C69BDD-FB22-4830-AD6B-3D02A95A09F7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FC49D795-05CD-88A6-65D2-CE59AB098CD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198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362229AA-0D53-41CE-F2F6-A43A58F4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2"/>
            <a:ext cx="5638800" cy="1066798"/>
          </a:xfrm>
        </p:spPr>
        <p:txBody>
          <a:bodyPr anchor="b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78C567-06D7-4B8F-84D5-5E142E2A352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2685CAE8-3040-D343-9736-69ED07ADEE2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152400"/>
            <a:ext cx="11277600" cy="4434840"/>
          </a:xfrm>
        </p:spPr>
        <p:txBody>
          <a:bodyPr anchor="t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981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D779F90-4233-5235-D44A-38B021C817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AC97C7-C18C-1AFB-595D-1164216C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0" y="457200"/>
            <a:ext cx="2743200" cy="5943600"/>
          </a:xfrm>
        </p:spPr>
        <p:txBody>
          <a:bodyPr anchor="ctr"/>
          <a:lstStyle>
            <a:lvl1pPr>
              <a:lnSpc>
                <a:spcPct val="110000"/>
              </a:lnSpc>
              <a:defRPr sz="20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C6B68E-07A2-447A-BB7A-C1165A5B3D0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794CDEE-6628-D8C2-4DD7-A2AF2B148E2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7200" y="762000"/>
            <a:ext cx="8077200" cy="5943600"/>
          </a:xfrm>
        </p:spPr>
        <p:txBody>
          <a:bodyPr anchor="ctr"/>
          <a:lstStyle>
            <a:lvl1pPr>
              <a:lnSpc>
                <a:spcPct val="90000"/>
              </a:lnSpc>
              <a:defRPr sz="30000">
                <a:latin typeface="+mj-lt"/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54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4B96B-8D58-409B-9344-402C97479EC5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71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2A277-29BE-4061-AD8E-4C472F3E445C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82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3016C-84F5-4C07-5F48-21162DFAD7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B7A63E-3D18-4447-9785-7C0CAC60738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7848600" cy="59436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6000" b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73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598" y="457200"/>
            <a:ext cx="2743200" cy="59436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65A40A-6C5D-4291-939E-B3776F67CA2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F2B13095-060E-7C64-69EA-E7821D5019E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t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5355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937084"/>
            <a:ext cx="9144000" cy="4663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DA5944-B733-478E-BF98-5DC755873459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58A7DA2E-06EC-D8CE-ACE3-28D98B5AC2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4572"/>
            <a:ext cx="11277600" cy="5417308"/>
          </a:xfrm>
        </p:spPr>
        <p:txBody>
          <a:bodyPr anchor="b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2274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BD18808-DE46-2A18-8307-D05A834D30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9726570-6B1E-6E56-BA3E-287729FA28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0" y="457200"/>
            <a:ext cx="2971800" cy="594622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b="0" i="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BE1D580-B8B1-4D3E-8C1C-0681B1B376EE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D97FB3-18C6-51BD-4179-B642A2A709C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57200"/>
            <a:ext cx="7848600" cy="5943600"/>
          </a:xfrm>
        </p:spPr>
        <p:txBody>
          <a:bodyPr anchor="ctr"/>
          <a:lstStyle>
            <a:lvl1pPr>
              <a:lnSpc>
                <a:spcPct val="90000"/>
              </a:lnSpc>
              <a:defRPr sz="6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23730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431640-8AD9-CB9D-CC0B-964AF3B74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1"/>
            <a:ext cx="11277598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91211C-75F1-4F06-BE7D-88201C59619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4"/>
            <a:ext cx="5230495" cy="4575175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7" y="1825625"/>
            <a:ext cx="5230493" cy="457517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70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CDF3CAC-6CE7-7E83-9091-EB44FB9BB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65AAE-87D1-4296-9368-86C54F3A53E4}" type="datetime1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3847"/>
            <a:ext cx="5227320" cy="354857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286000"/>
            <a:ext cx="522763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1" y="1823847"/>
            <a:ext cx="5233417" cy="35485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1092" y="2286000"/>
            <a:ext cx="5233708" cy="41148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b="0"/>
            </a:lvl1pPr>
            <a:lvl2pPr>
              <a:lnSpc>
                <a:spcPct val="100000"/>
              </a:lnSpc>
              <a:spcBef>
                <a:spcPts val="0"/>
              </a:spcBef>
              <a:defRPr/>
            </a:lvl2pPr>
            <a:lvl3pPr>
              <a:lnSpc>
                <a:spcPct val="100000"/>
              </a:lnSpc>
              <a:spcBef>
                <a:spcPts val="0"/>
              </a:spcBef>
              <a:defRPr/>
            </a:lvl3pPr>
            <a:lvl4pPr>
              <a:lnSpc>
                <a:spcPct val="100000"/>
              </a:lnSpc>
              <a:spcBef>
                <a:spcPts val="0"/>
              </a:spcBef>
              <a:defRPr/>
            </a:lvl4pPr>
            <a:lvl5pPr>
              <a:lnSpc>
                <a:spcPct val="10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1906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645FA-284C-401E-981E-43FE721C0C5B}" type="datetime1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221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30B77-F388-4259-94E1-2078E6FD291A}" type="datetime1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379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DB8EF09-85B4-2CB8-82A3-EECAE01D45AD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3810000" cy="16764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38C45-5B71-4261-A3A7-C9D9B684A87D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458616"/>
            <a:ext cx="3810000" cy="3942184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457200"/>
            <a:ext cx="6934200" cy="5943600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defRPr lang="en-US" b="0" dirty="0"/>
            </a:lvl1pPr>
            <a:lvl2pPr>
              <a:spcBef>
                <a:spcPts val="0"/>
              </a:spcBef>
              <a:defRPr lang="en-US" dirty="0"/>
            </a:lvl2pPr>
            <a:lvl3pPr>
              <a:spcBef>
                <a:spcPts val="0"/>
              </a:spcBef>
              <a:defRPr lang="en-US" dirty="0"/>
            </a:lvl3pPr>
            <a:lvl4pPr>
              <a:spcBef>
                <a:spcPts val="0"/>
              </a:spcBef>
              <a:defRPr lang="en-US" dirty="0"/>
            </a:lvl4pPr>
            <a:lvl5pPr>
              <a:spcBef>
                <a:spcPts val="0"/>
              </a:spcBef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956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0935E8B-BB8A-9B48-4EC5-768D5E3A1DD2}"/>
              </a:ext>
            </a:extLst>
          </p:cNvPr>
          <p:cNvPicPr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5649" y="3174"/>
            <a:ext cx="12186352" cy="6854823"/>
          </a:xfrm>
          <a:custGeom>
            <a:avLst/>
            <a:gdLst>
              <a:gd name="csX0" fmla="*/ 7467602 w 12186353"/>
              <a:gd name="csY0" fmla="*/ 454026 h 6854823"/>
              <a:gd name="csX1" fmla="*/ 7467602 w 12186353"/>
              <a:gd name="csY1" fmla="*/ 6397626 h 6854823"/>
              <a:gd name="csX2" fmla="*/ 457203 w 12186353"/>
              <a:gd name="csY2" fmla="*/ 6397626 h 6854823"/>
              <a:gd name="csX3" fmla="*/ 457203 w 12186353"/>
              <a:gd name="csY3" fmla="*/ 454026 h 6854823"/>
              <a:gd name="csX4" fmla="*/ 12186353 w 12186353"/>
              <a:gd name="csY4" fmla="*/ 0 h 6854823"/>
              <a:gd name="csX5" fmla="*/ 0 w 12186353"/>
              <a:gd name="csY5" fmla="*/ 0 h 6854823"/>
              <a:gd name="csX6" fmla="*/ 0 w 12186353"/>
              <a:gd name="csY6" fmla="*/ 6854823 h 6854823"/>
              <a:gd name="csX7" fmla="*/ 12186353 w 12186353"/>
              <a:gd name="csY7" fmla="*/ 6854823 h 68548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86353" h="6854823">
                <a:moveTo>
                  <a:pt x="7467602" y="454026"/>
                </a:moveTo>
                <a:lnTo>
                  <a:pt x="7467602" y="6397626"/>
                </a:lnTo>
                <a:lnTo>
                  <a:pt x="457203" y="6397626"/>
                </a:lnTo>
                <a:lnTo>
                  <a:pt x="457203" y="454026"/>
                </a:lnTo>
                <a:close/>
                <a:moveTo>
                  <a:pt x="12186353" y="0"/>
                </a:moveTo>
                <a:lnTo>
                  <a:pt x="0" y="0"/>
                </a:lnTo>
                <a:lnTo>
                  <a:pt x="0" y="6854823"/>
                </a:lnTo>
                <a:lnTo>
                  <a:pt x="12186353" y="685482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10000" cy="297180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E63B0-523E-43F1-943D-AF5F3C578E59}" type="datetime1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810000"/>
            <a:ext cx="3810000" cy="25908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D567F4A-97DA-0A34-ED21-0C003CA8AF5F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724400" y="457200"/>
            <a:ext cx="7010399" cy="5943600"/>
          </a:xfrm>
          <a:blipFill>
            <a:blip r:embed="rId3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609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087CE1-ACE0-D6A3-D3B7-DF95BF559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8305801" cy="29718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CA961-2D1B-468B-8D0D-77698F868DD4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8" y="3733800"/>
            <a:ext cx="11277599" cy="266699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16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DF1DC1-62BC-8F1C-64E5-A5FBEAB8F4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9" y="3174"/>
            <a:ext cx="12186352" cy="6854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5638799" cy="297180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C9CC5-26B6-4FB3-B4FD-2898E7837501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3810000"/>
            <a:ext cx="8382000" cy="259080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228600" indent="0">
              <a:lnSpc>
                <a:spcPct val="100000"/>
              </a:lnSpc>
              <a:spcBef>
                <a:spcPts val="0"/>
              </a:spcBef>
              <a:buNone/>
              <a:defRPr sz="2000"/>
            </a:lvl2pPr>
            <a:lvl3pPr marL="457200" indent="0">
              <a:lnSpc>
                <a:spcPct val="100000"/>
              </a:lnSpc>
              <a:spcBef>
                <a:spcPts val="0"/>
              </a:spcBef>
              <a:buNone/>
              <a:defRPr sz="2000"/>
            </a:lvl3pPr>
            <a:lvl4pPr marL="685800" indent="0">
              <a:lnSpc>
                <a:spcPct val="100000"/>
              </a:lnSpc>
              <a:spcBef>
                <a:spcPts val="0"/>
              </a:spcBef>
              <a:buNone/>
              <a:defRPr sz="2000"/>
            </a:lvl4pPr>
            <a:lvl5pPr marL="914400" indent="0">
              <a:lnSpc>
                <a:spcPct val="100000"/>
              </a:lnSpc>
              <a:spcBef>
                <a:spcPts val="0"/>
              </a:spcBef>
              <a:buNone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55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52601"/>
            <a:ext cx="11277599" cy="4648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" y="76201"/>
            <a:ext cx="1447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4D9E3D53-2925-41A5-81A8-8FA2532A49A1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76201"/>
            <a:ext cx="6019800" cy="3810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0400" y="6400800"/>
            <a:ext cx="1295400" cy="381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900" b="0" i="0" cap="all" spc="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0" r:id="rId1"/>
    <p:sldLayoutId id="2147483981" r:id="rId2"/>
    <p:sldLayoutId id="2147483982" r:id="rId3"/>
    <p:sldLayoutId id="2147483983" r:id="rId4"/>
    <p:sldLayoutId id="2147483984" r:id="rId5"/>
    <p:sldLayoutId id="2147483985" r:id="rId6"/>
    <p:sldLayoutId id="2147483986" r:id="rId7"/>
    <p:sldLayoutId id="2147483987" r:id="rId8"/>
    <p:sldLayoutId id="2147483988" r:id="rId9"/>
    <p:sldLayoutId id="2147483989" r:id="rId10"/>
    <p:sldLayoutId id="2147483990" r:id="rId11"/>
    <p:sldLayoutId id="2147483991" r:id="rId12"/>
    <p:sldLayoutId id="2147483992" r:id="rId13"/>
    <p:sldLayoutId id="2147483993" r:id="rId14"/>
    <p:sldLayoutId id="2147483994" r:id="rId15"/>
    <p:sldLayoutId id="2147483995" r:id="rId16"/>
    <p:sldLayoutId id="2147483996" r:id="rId17"/>
    <p:sldLayoutId id="2147483997" r:id="rId18"/>
    <p:sldLayoutId id="2147483998" r:id="rId19"/>
    <p:sldLayoutId id="2147483999" r:id="rId20"/>
    <p:sldLayoutId id="2147484000" r:id="rId21"/>
    <p:sldLayoutId id="2147484001" r:id="rId22"/>
    <p:sldLayoutId id="2147484002" r:id="rId23"/>
    <p:sldLayoutId id="2147484003" r:id="rId24"/>
    <p:sldLayoutId id="2147484004" r:id="rId25"/>
    <p:sldLayoutId id="2147484005" r:id="rId26"/>
    <p:sldLayoutId id="2147484006" r:id="rId27"/>
    <p:sldLayoutId id="2147484007" r:id="rId28"/>
    <p:sldLayoutId id="2147484008" r:id="rId29"/>
    <p:sldLayoutId id="2147484009" r:id="rId30"/>
    <p:sldLayoutId id="2147484010" r:id="rId31"/>
    <p:sldLayoutId id="2147484011" r:id="rId32"/>
    <p:sldLayoutId id="2147484012" r:id="rId33"/>
    <p:sldLayoutId id="2147484013" r:id="rId34"/>
    <p:sldLayoutId id="2147484014" r:id="rId35"/>
    <p:sldLayoutId id="2147484015" r:id="rId36"/>
    <p:sldLayoutId id="2147484016" r:id="rId37"/>
    <p:sldLayoutId id="2147484017" r:id="rId38"/>
    <p:sldLayoutId id="2147484018" r:id="rId39"/>
    <p:sldLayoutId id="2147484019" r:id="rId40"/>
    <p:sldLayoutId id="2147484020" r:id="rId41"/>
    <p:sldLayoutId id="2147484021" r:id="rId42"/>
    <p:sldLayoutId id="2147484022" r:id="rId43"/>
    <p:sldLayoutId id="2147484023" r:id="rId44"/>
    <p:sldLayoutId id="2147484024" r:id="rId45"/>
    <p:sldLayoutId id="2147484025" r:id="rId46"/>
    <p:sldLayoutId id="2147484026" r:id="rId47"/>
    <p:sldLayoutId id="2147484027" r:id="rId48"/>
    <p:sldLayoutId id="2147484028" r:id="rId49"/>
    <p:sldLayoutId id="2147484029" r:id="rId50"/>
    <p:sldLayoutId id="2147484030" r:id="rId51"/>
    <p:sldLayoutId id="2147484031" r:id="rId52"/>
    <p:sldLayoutId id="2147484032" r:id="rId5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31" orient="horz" pos="48" userDrawn="1">
          <p15:clr>
            <a:srgbClr val="F26B43"/>
          </p15:clr>
        </p15:guide>
        <p15:guide id="32" orient="horz" pos="4272" userDrawn="1">
          <p15:clr>
            <a:srgbClr val="F26B43"/>
          </p15:clr>
        </p15:guide>
        <p15:guide id="33" pos="48" userDrawn="1">
          <p15:clr>
            <a:srgbClr val="F26B43"/>
          </p15:clr>
        </p15:guide>
        <p15:guide id="34" pos="7632" userDrawn="1">
          <p15:clr>
            <a:srgbClr val="F26B43"/>
          </p15:clr>
        </p15:guide>
        <p15:guide id="35" orient="horz" pos="288" userDrawn="1">
          <p15:clr>
            <a:srgbClr val="F26B43"/>
          </p15:clr>
        </p15:guide>
        <p15:guide id="36" orient="horz" pos="4032" userDrawn="1">
          <p15:clr>
            <a:srgbClr val="F26B43"/>
          </p15:clr>
        </p15:guide>
        <p15:guide id="37" pos="7392" userDrawn="1">
          <p15:clr>
            <a:srgbClr val="F26B43"/>
          </p15:clr>
        </p15:guide>
        <p15:guide id="38" pos="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5C9BE093-E5B6-DA93-72FB-870FC733B4A2}"/>
              </a:ext>
            </a:extLst>
          </p:cNvPr>
          <p:cNvSpPr txBox="1">
            <a:spLocks/>
          </p:cNvSpPr>
          <p:nvPr/>
        </p:nvSpPr>
        <p:spPr>
          <a:xfrm>
            <a:off x="818148" y="289248"/>
            <a:ext cx="11020926" cy="55610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9600" b="0" kern="1200" spc="0" baseline="0" dirty="0">
                <a:solidFill>
                  <a:schemeClr val="tx1"/>
                </a:solidFill>
                <a:latin typeface="+mj-lt"/>
                <a:ea typeface="+mj-ea"/>
                <a:cs typeface="Biome" panose="020B0503030204020804" pitchFamily="34" charset="0"/>
              </a:defRPr>
            </a:lvl1pPr>
          </a:lstStyle>
          <a:p>
            <a:r>
              <a:rPr lang="en-ZA" sz="6600" dirty="0"/>
              <a:t>CREDIT RISK PREDICTION SYSTEM</a:t>
            </a:r>
          </a:p>
          <a:p>
            <a:endParaRPr lang="en-ZA" sz="3200" dirty="0"/>
          </a:p>
          <a:p>
            <a:pPr algn="just"/>
            <a:r>
              <a:rPr lang="en-ZA" sz="2000" b="1" dirty="0">
                <a:solidFill>
                  <a:schemeClr val="tx2"/>
                </a:solidFill>
              </a:rPr>
              <a:t>Applying Machine Learning Life Cycle to classify Loan applicants as High-risk or Low-risk</a:t>
            </a: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  <a:p>
            <a:pPr algn="just"/>
            <a:endParaRPr lang="en-ZA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45175-D007-C5CD-FD93-BDCE99788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9982201" cy="112900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ZA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the organisation needs a predictive credit risk model</a:t>
            </a:r>
            <a:endParaRPr lang="en-ZA" sz="16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E957D7-471B-E718-EF04-388FCCC3E7FB}"/>
              </a:ext>
            </a:extLst>
          </p:cNvPr>
          <p:cNvGrpSpPr/>
          <p:nvPr/>
        </p:nvGrpSpPr>
        <p:grpSpPr>
          <a:xfrm>
            <a:off x="346787" y="1754155"/>
            <a:ext cx="11498426" cy="1632858"/>
            <a:chOff x="457199" y="2258008"/>
            <a:chExt cx="11498426" cy="1632858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3FE3E5B-23FD-6E84-D37F-94D2DCD760F8}"/>
                </a:ext>
              </a:extLst>
            </p:cNvPr>
            <p:cNvGrpSpPr/>
            <p:nvPr/>
          </p:nvGrpSpPr>
          <p:grpSpPr>
            <a:xfrm>
              <a:off x="457199" y="2258008"/>
              <a:ext cx="3554964" cy="1632858"/>
              <a:chOff x="457199" y="2202024"/>
              <a:chExt cx="3554964" cy="163285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750E653F-6E68-281C-E99D-C4D1D81B0B5F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 situation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mid-sized financial services company still relies on a fixed rule-based credit approval process.</a:t>
                </a:r>
              </a:p>
            </p:txBody>
          </p:sp>
          <p:sp>
            <p:nvSpPr>
              <p:cNvPr id="13" name="Flowchart: Connector 12">
                <a:extLst>
                  <a:ext uri="{FF2B5EF4-FFF2-40B4-BE49-F238E27FC236}">
                    <a16:creationId xmlns:a16="http://schemas.microsoft.com/office/drawing/2014/main" id="{81704100-503A-5AA9-1CB7-EB4AF3302DEC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4CFD373-C87B-6550-F58E-12B1192517EB}"/>
                </a:ext>
              </a:extLst>
            </p:cNvPr>
            <p:cNvGrpSpPr/>
            <p:nvPr/>
          </p:nvGrpSpPr>
          <p:grpSpPr>
            <a:xfrm>
              <a:off x="4428930" y="2258008"/>
              <a:ext cx="3554964" cy="1632858"/>
              <a:chOff x="457199" y="2202024"/>
              <a:chExt cx="3554964" cy="1632858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1E567BE-EA72-C968-298B-C0D12C129F2D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gap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Rule-based scoring cannot capture nonlinear relationships in applicant data or adapt to new trends.</a:t>
                </a:r>
              </a:p>
            </p:txBody>
          </p:sp>
          <p:sp>
            <p:nvSpPr>
              <p:cNvPr id="17" name="Flowchart: Connector 16">
                <a:extLst>
                  <a:ext uri="{FF2B5EF4-FFF2-40B4-BE49-F238E27FC236}">
                    <a16:creationId xmlns:a16="http://schemas.microsoft.com/office/drawing/2014/main" id="{F80C31BA-E3EB-C530-2F9C-3316994CC296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2FAF7CE-4ABB-2F24-961D-EA15B9EC213B}"/>
                </a:ext>
              </a:extLst>
            </p:cNvPr>
            <p:cNvGrpSpPr/>
            <p:nvPr/>
          </p:nvGrpSpPr>
          <p:grpSpPr>
            <a:xfrm>
              <a:off x="8400661" y="2258008"/>
              <a:ext cx="3554964" cy="1632858"/>
              <a:chOff x="457199" y="2202024"/>
              <a:chExt cx="3554964" cy="1632858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06ABC3D6-86BF-F2D2-2263-F8A492EC6AA6}"/>
                  </a:ext>
                </a:extLst>
              </p:cNvPr>
              <p:cNvSpPr/>
              <p:nvPr/>
            </p:nvSpPr>
            <p:spPr>
              <a:xfrm>
                <a:off x="597159" y="2313992"/>
                <a:ext cx="3415004" cy="152089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>
                    <a:lumMod val="10000"/>
                    <a:lumOff val="9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cost</a:t>
                </a:r>
              </a:p>
              <a:p>
                <a:pPr>
                  <a:lnSpc>
                    <a:spcPct val="150000"/>
                  </a:lnSpc>
                </a:pPr>
                <a:r>
                  <a:rPr lang="en-ZA" sz="1200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causes false approvals (financial loss) and false rejections (lost business and poor customer experience).</a:t>
                </a:r>
              </a:p>
            </p:txBody>
          </p:sp>
          <p:sp>
            <p:nvSpPr>
              <p:cNvPr id="20" name="Flowchart: Connector 19">
                <a:extLst>
                  <a:ext uri="{FF2B5EF4-FFF2-40B4-BE49-F238E27FC236}">
                    <a16:creationId xmlns:a16="http://schemas.microsoft.com/office/drawing/2014/main" id="{2FAAA1C8-AE57-9FE7-2995-748176148515}"/>
                  </a:ext>
                </a:extLst>
              </p:cNvPr>
              <p:cNvSpPr/>
              <p:nvPr/>
            </p:nvSpPr>
            <p:spPr>
              <a:xfrm>
                <a:off x="457199" y="2202024"/>
                <a:ext cx="447870" cy="457200"/>
              </a:xfrm>
              <a:prstGeom prst="flowChartConnector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sz="2000" b="1" dirty="0">
                    <a:solidFill>
                      <a:schemeClr val="tx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EF16CDA-C0B0-113E-B233-58D439B4DF9C}"/>
              </a:ext>
            </a:extLst>
          </p:cNvPr>
          <p:cNvSpPr/>
          <p:nvPr/>
        </p:nvSpPr>
        <p:spPr>
          <a:xfrm>
            <a:off x="570722" y="4180114"/>
            <a:ext cx="11274491" cy="123164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2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to build a supervised machine learning classification system that follows a full ML Life Cycle (acquisition, preprocessing, PCA, modelling, evaluation and tuning) to predict whether a loan applicant is high-risk or low-risk and translate the results into business recommendations.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26702EE-22D9-6BEA-19F7-48371E6FB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4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9699-B87A-D2F8-DF10-D9F76F6021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922"/>
            <a:ext cx="9982201" cy="13436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b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ZA" sz="28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31B685-E072-5AF0-6D34-0532AB2C0109}"/>
              </a:ext>
            </a:extLst>
          </p:cNvPr>
          <p:cNvGrpSpPr/>
          <p:nvPr/>
        </p:nvGrpSpPr>
        <p:grpSpPr>
          <a:xfrm>
            <a:off x="3609391" y="562598"/>
            <a:ext cx="7176799" cy="1156996"/>
            <a:chOff x="3609391" y="562598"/>
            <a:chExt cx="7176799" cy="115699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338586F-97B7-4B4D-B65A-F4F4BE39E158}"/>
                </a:ext>
              </a:extLst>
            </p:cNvPr>
            <p:cNvSpPr/>
            <p:nvPr/>
          </p:nvSpPr>
          <p:spPr>
            <a:xfrm>
              <a:off x="3609391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32 581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Rows: Loan Applicants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A2BF41D-8296-2AE8-41C7-DBD3D006BBAC}"/>
                </a:ext>
              </a:extLst>
            </p:cNvPr>
            <p:cNvSpPr/>
            <p:nvPr/>
          </p:nvSpPr>
          <p:spPr>
            <a:xfrm>
              <a:off x="609600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Original columns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67C5B18-4A8C-0C61-0149-C57FC6A85F88}"/>
                </a:ext>
              </a:extLst>
            </p:cNvPr>
            <p:cNvSpPr/>
            <p:nvPr/>
          </p:nvSpPr>
          <p:spPr>
            <a:xfrm>
              <a:off x="8582610" y="562598"/>
              <a:ext cx="2203580" cy="1156996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3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ZA" sz="2000" b="1" dirty="0">
                  <a:solidFill>
                    <a:schemeClr val="accent3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78% / 22%</a:t>
              </a:r>
            </a:p>
            <a:p>
              <a:pPr>
                <a:lnSpc>
                  <a:spcPct val="150000"/>
                </a:lnSpc>
              </a:pPr>
              <a:r>
                <a:rPr lang="en-ZA" sz="1200" dirty="0">
                  <a:solidFill>
                    <a:schemeClr val="tx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Low-risk or High-risk split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6BF935-14F4-D51F-83E7-4EEBDEF35282}"/>
              </a:ext>
            </a:extLst>
          </p:cNvPr>
          <p:cNvSpPr txBox="1"/>
          <p:nvPr/>
        </p:nvSpPr>
        <p:spPr>
          <a:xfrm>
            <a:off x="242595" y="1538820"/>
            <a:ext cx="395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211279-574A-404D-07AE-BAEDD0388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33274"/>
              </p:ext>
            </p:extLst>
          </p:nvPr>
        </p:nvGraphicFramePr>
        <p:xfrm>
          <a:off x="242595" y="2077550"/>
          <a:ext cx="6214188" cy="42811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107094">
                  <a:extLst>
                    <a:ext uri="{9D8B030D-6E8A-4147-A177-3AD203B41FA5}">
                      <a16:colId xmlns:a16="http://schemas.microsoft.com/office/drawing/2014/main" val="3809859597"/>
                    </a:ext>
                  </a:extLst>
                </a:gridCol>
                <a:gridCol w="3107094">
                  <a:extLst>
                    <a:ext uri="{9D8B030D-6E8A-4147-A177-3AD203B41FA5}">
                      <a16:colId xmlns:a16="http://schemas.microsoft.com/office/drawing/2014/main" val="2366207377"/>
                    </a:ext>
                  </a:extLst>
                </a:gridCol>
              </a:tblGrid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4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9469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person_age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Applicant demographics.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058764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Housing status and years employed.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363679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 and internal risk grade (A-G).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5493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loan_amnt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size and interest rate.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963552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loan_percent_income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 amount as % of income.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78911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cred_hist_length</a:t>
                      </a:r>
                      <a:endParaRPr lang="en-ZA" sz="1200" dirty="0">
                        <a:solidFill>
                          <a:schemeClr val="tx2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Prior default flag and credit history length.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669565"/>
                  </a:ext>
                </a:extLst>
              </a:tr>
              <a:tr h="5248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loan_status</a:t>
                      </a: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 = Low risk or repaid</a:t>
                      </a:r>
                    </a:p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= High risk or default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4524751"/>
                  </a:ext>
                </a:extLst>
              </a:tr>
            </a:tbl>
          </a:graphicData>
        </a:graphic>
      </p:graphicFrame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2FED5DD-E26C-FA2C-5DF4-C2729C74B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99FC1-5497-0D82-F843-27530B5CC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74" y="2077550"/>
            <a:ext cx="4425451" cy="365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003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CBEB7-405D-D9E7-6FA3-2C195E2F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C5732B-A0FC-6BE7-66B4-BD16ABA69C2E}"/>
              </a:ext>
            </a:extLst>
          </p:cNvPr>
          <p:cNvSpPr txBox="1"/>
          <p:nvPr/>
        </p:nvSpPr>
        <p:spPr>
          <a:xfrm>
            <a:off x="236184" y="100793"/>
            <a:ext cx="9971506" cy="661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issues identified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6DFC1D-4B85-6FFB-08AF-FF5552E231FF}"/>
              </a:ext>
            </a:extLst>
          </p:cNvPr>
          <p:cNvSpPr/>
          <p:nvPr/>
        </p:nvSpPr>
        <p:spPr>
          <a:xfrm>
            <a:off x="236184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3 116 missing (9.6%).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895 missing (2.7%).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E71BBAF-2E2F-12D9-77D9-E3A23E6F4AB7}"/>
              </a:ext>
            </a:extLst>
          </p:cNvPr>
          <p:cNvSpPr/>
          <p:nvPr/>
        </p:nvSpPr>
        <p:spPr>
          <a:xfrm>
            <a:off x="3595395" y="1017038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Duplicate rows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165 exact duplicates records found in the row dataset.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8DEA96-23F7-4671-8B04-75C8E827447D}"/>
              </a:ext>
            </a:extLst>
          </p:cNvPr>
          <p:cNvSpPr/>
          <p:nvPr/>
        </p:nvSpPr>
        <p:spPr>
          <a:xfrm>
            <a:off x="236184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Impossible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person_age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144 years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person_emp_length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123 years of employment.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101395-99E0-F679-1F64-061F36C0955F}"/>
              </a:ext>
            </a:extLst>
          </p:cNvPr>
          <p:cNvSpPr/>
          <p:nvPr/>
        </p:nvSpPr>
        <p:spPr>
          <a:xfrm>
            <a:off x="3595395" y="2895602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 but valid outliers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up to 6 000 000 large spreads in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69CBD7C-1F4E-DEC1-7570-2CE212A58AC1}"/>
              </a:ext>
            </a:extLst>
          </p:cNvPr>
          <p:cNvSpPr/>
          <p:nvPr/>
        </p:nvSpPr>
        <p:spPr>
          <a:xfrm>
            <a:off x="236184" y="4774166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</a:t>
            </a:r>
          </a:p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78% low risk vs 22% high risk applicants {accuracy alone is a misleading metric}.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69293D-C6DB-B694-09E4-84AC977ADF74}"/>
              </a:ext>
            </a:extLst>
          </p:cNvPr>
          <p:cNvSpPr/>
          <p:nvPr/>
        </p:nvSpPr>
        <p:spPr>
          <a:xfrm>
            <a:off x="3595395" y="4777274"/>
            <a:ext cx="3013788" cy="16235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ZA" sz="1600" b="1" dirty="0">
                <a:solidFill>
                  <a:schemeClr val="accent3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Skewed distributions</a:t>
            </a:r>
          </a:p>
          <a:p>
            <a:pPr>
              <a:lnSpc>
                <a:spcPct val="150000"/>
              </a:lnSpc>
            </a:pP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loan_amt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ZA" sz="1200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loan_percent_income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 strongly right skewed.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EBA0FF-BBCD-5D95-F59E-BDA53C650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606" y="1870789"/>
            <a:ext cx="5001210" cy="392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07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9E3C-E9B3-43B6-3190-55C966370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600" cy="982183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ZA" sz="3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summary</a:t>
            </a:r>
            <a:br>
              <a:rPr lang="en-ZA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Z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encoding, scaling and splitting the data</a:t>
            </a:r>
            <a:endParaRPr lang="en-ZA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2790C7-FFAF-C8AD-C16B-E9DA3D31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FF69B2-7E30-0308-1586-D628F46E0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823749"/>
              </p:ext>
            </p:extLst>
          </p:nvPr>
        </p:nvGraphicFramePr>
        <p:xfrm>
          <a:off x="2032000" y="1763486"/>
          <a:ext cx="8128000" cy="47586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54791974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875453754"/>
                    </a:ext>
                  </a:extLst>
                </a:gridCol>
              </a:tblGrid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Missing values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person_emp_length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(robust to skew).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loan_int_rate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imputed with the median rate per </a:t>
                      </a:r>
                      <a:r>
                        <a:rPr lang="en-ZA" sz="12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since rate is tied to grade.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845649"/>
                  </a:ext>
                </a:extLst>
              </a:tr>
              <a:tr h="3426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Duplicates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32 581 – 165 duplicates rows = 32 416 rows remaining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104558"/>
                  </a:ext>
                </a:extLst>
              </a:tr>
              <a:tr h="115802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Outliers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Impossible values removed (age &gt; 100 years and employment length &gt; 60 years). Remaining outliers capped using the IQR method rather than deleted to keep genuine high earners in the data.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09454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Encoding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loan_grade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0 – 6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cb_person_default_on_file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mapped Y/N to 1/0.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person_home_ownership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and </a:t>
                      </a: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loan_intent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one hot encoded.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696545"/>
                  </a:ext>
                </a:extLst>
              </a:tr>
              <a:tr h="88318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Feature scaling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StandardScaler</a:t>
                      </a: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applied to numeric features because algorithms such as KNN and logistic regression would let large magnitude feature like income dominate.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94570"/>
                  </a:ext>
                </a:extLst>
              </a:tr>
              <a:tr h="60834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 Train / test split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80/20 split = 25 927 training rows and 6 482 testing rows preserving the class ratio.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765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5587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F206E-8859-03F4-D25B-742E549DD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57200"/>
            <a:ext cx="7845553" cy="45720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explanation and variance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397655-5486-D6F2-06F1-ABF1420A7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678F28-5190-6A5D-62A5-015767B1BC1D}"/>
              </a:ext>
            </a:extLst>
          </p:cNvPr>
          <p:cNvSpPr txBox="1"/>
          <p:nvPr/>
        </p:nvSpPr>
        <p:spPr>
          <a:xfrm>
            <a:off x="457199" y="1212977"/>
            <a:ext cx="406814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compresses correlated features into fewer uncorrelated components reducing dimensionality while preserving most of the informative variance.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01B37D2-ABBA-15BF-263E-02D2CA6E3131}"/>
              </a:ext>
            </a:extLst>
          </p:cNvPr>
          <p:cNvSpPr/>
          <p:nvPr/>
        </p:nvSpPr>
        <p:spPr>
          <a:xfrm>
            <a:off x="559837" y="2360645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90%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7D7DB-313D-CFE8-5561-7E90996C9450}"/>
              </a:ext>
            </a:extLst>
          </p:cNvPr>
          <p:cNvSpPr/>
          <p:nvPr/>
        </p:nvSpPr>
        <p:spPr>
          <a:xfrm>
            <a:off x="559837" y="4027120"/>
            <a:ext cx="2481943" cy="140892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components needed for 95% variance:</a:t>
            </a:r>
          </a:p>
          <a:p>
            <a:pPr algn="ctr">
              <a:lnSpc>
                <a:spcPct val="150000"/>
              </a:lnSpc>
            </a:pPr>
            <a:r>
              <a:rPr lang="en-ZA" sz="16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2D219-EFBD-0B93-72B9-EB96D28B3591}"/>
              </a:ext>
            </a:extLst>
          </p:cNvPr>
          <p:cNvSpPr txBox="1"/>
          <p:nvPr/>
        </p:nvSpPr>
        <p:spPr>
          <a:xfrm>
            <a:off x="457199" y="5510685"/>
            <a:ext cx="3648269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 components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(95% threshold) were selected keeping most information while cutting model input size and reducing overfitting risk from redundant features.</a:t>
            </a:r>
            <a:endParaRPr lang="en-ZA" sz="12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ACB0A52-45EA-4374-3541-223AAE63F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5346" y="1483721"/>
            <a:ext cx="7333862" cy="457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083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BD972-E19E-F98B-7232-3066ADCC0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comparison – Before PCA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4F995-DAC0-F2BA-F4B7-4AA15848C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1039FA-C227-0728-B80A-A04A4B6CE04E}"/>
              </a:ext>
            </a:extLst>
          </p:cNvPr>
          <p:cNvSpPr txBox="1"/>
          <p:nvPr/>
        </p:nvSpPr>
        <p:spPr>
          <a:xfrm>
            <a:off x="457199" y="1129004"/>
            <a:ext cx="9330612" cy="336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classifiers trained on the 17 scaled encoded features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CFB4286-0FB1-4E05-CAE8-526E19E62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410755"/>
              </p:ext>
            </p:extLst>
          </p:nvPr>
        </p:nvGraphicFramePr>
        <p:xfrm>
          <a:off x="457200" y="1661160"/>
          <a:ext cx="6969965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393993">
                  <a:extLst>
                    <a:ext uri="{9D8B030D-6E8A-4147-A177-3AD203B41FA5}">
                      <a16:colId xmlns:a16="http://schemas.microsoft.com/office/drawing/2014/main" val="1116900852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839705105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972379473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3919136990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536520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833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0.728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0.511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0.600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599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K-NN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0.859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0.597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5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0.764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24604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0A471F18-B616-4DFE-F6D2-6D7BFFD58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3429000"/>
            <a:ext cx="6232850" cy="32237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C28A71-0F06-8525-75AF-BF1E0CCC5550}"/>
              </a:ext>
            </a:extLst>
          </p:cNvPr>
          <p:cNvSpPr txBox="1"/>
          <p:nvPr/>
        </p:nvSpPr>
        <p:spPr>
          <a:xfrm>
            <a:off x="6921759" y="4376056"/>
            <a:ext cx="366693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leads on </a:t>
            </a: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Recall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F1-score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this is important since missing a actual high-risk applicant (false negative) is costlier error for a lender.</a:t>
            </a:r>
          </a:p>
        </p:txBody>
      </p:sp>
    </p:spTree>
    <p:extLst>
      <p:ext uri="{BB962C8B-B14F-4D97-AF65-F5344CB8AC3E}">
        <p14:creationId xmlns:p14="http://schemas.microsoft.com/office/powerpoint/2010/main" val="4169104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0B1EA4-825A-69C9-C93D-8B44711E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264F1-B19A-80A7-AAA9-D33FCAFE4996}"/>
              </a:ext>
            </a:extLst>
          </p:cNvPr>
          <p:cNvSpPr txBox="1"/>
          <p:nvPr/>
        </p:nvSpPr>
        <p:spPr>
          <a:xfrm>
            <a:off x="681135" y="317241"/>
            <a:ext cx="5025094" cy="661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comparison – After PCA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C0F7E0-A1A8-3041-FEDB-470662BEF789}"/>
              </a:ext>
            </a:extLst>
          </p:cNvPr>
          <p:cNvSpPr txBox="1"/>
          <p:nvPr/>
        </p:nvSpPr>
        <p:spPr>
          <a:xfrm>
            <a:off x="681135" y="1073021"/>
            <a:ext cx="3948068" cy="3361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three classifiers retrained on the PCA transformed data.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9D521A-2BF0-B65F-6A49-CE5AFAA456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864099"/>
              </p:ext>
            </p:extLst>
          </p:nvPr>
        </p:nvGraphicFramePr>
        <p:xfrm>
          <a:off x="681135" y="1689152"/>
          <a:ext cx="6969965" cy="148336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393993">
                  <a:extLst>
                    <a:ext uri="{9D8B030D-6E8A-4147-A177-3AD203B41FA5}">
                      <a16:colId xmlns:a16="http://schemas.microsoft.com/office/drawing/2014/main" val="1116900852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839705105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972379473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3919136990"/>
                    </a:ext>
                  </a:extLst>
                </a:gridCol>
                <a:gridCol w="1393993">
                  <a:extLst>
                    <a:ext uri="{9D8B030D-6E8A-4147-A177-3AD203B41FA5}">
                      <a16:colId xmlns:a16="http://schemas.microsoft.com/office/drawing/2014/main" val="2536520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b="1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833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0.848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0.723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0.495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0.588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599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K-NN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0.852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0.599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0.703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5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0.631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0.661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ZA" sz="1200" dirty="0">
                          <a:solidFill>
                            <a:schemeClr val="tx2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0.646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246048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DDB6FD70-7166-B5A2-F84E-BE650511D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135" y="3452525"/>
            <a:ext cx="6214187" cy="31971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4CDB01D-D9F1-2BB5-1F85-04A8D58029B2}"/>
              </a:ext>
            </a:extLst>
          </p:cNvPr>
          <p:cNvSpPr txBox="1"/>
          <p:nvPr/>
        </p:nvSpPr>
        <p:spPr>
          <a:xfrm>
            <a:off x="7651100" y="3750905"/>
            <a:ext cx="3666931" cy="11671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gave almost the same results for </a:t>
            </a: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ZA" sz="12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</a:t>
            </a:r>
            <a:r>
              <a:rPr lang="en-ZA" sz="12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 hurt the Decision tree which loses meaning once features are rotated into components.</a:t>
            </a:r>
          </a:p>
        </p:txBody>
      </p:sp>
    </p:spTree>
    <p:extLst>
      <p:ext uri="{BB962C8B-B14F-4D97-AF65-F5344CB8AC3E}">
        <p14:creationId xmlns:p14="http://schemas.microsoft.com/office/powerpoint/2010/main" val="2713236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9FAB60-913D-6D7F-D5A1-DB152323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2A7DEA-FEE9-B9CB-5AF6-E2858E6D632E}"/>
              </a:ext>
            </a:extLst>
          </p:cNvPr>
          <p:cNvSpPr txBox="1"/>
          <p:nvPr/>
        </p:nvSpPr>
        <p:spPr>
          <a:xfrm>
            <a:off x="606490" y="382555"/>
            <a:ext cx="3858685" cy="661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ZA" sz="2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</a:t>
            </a:r>
          </a:p>
        </p:txBody>
      </p:sp>
    </p:spTree>
    <p:extLst>
      <p:ext uri="{BB962C8B-B14F-4D97-AF65-F5344CB8AC3E}">
        <p14:creationId xmlns:p14="http://schemas.microsoft.com/office/powerpoint/2010/main" val="4292511079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 polygons">
  <a:themeElements>
    <a:clrScheme name="Glassmorphism">
      <a:dk1>
        <a:srgbClr val="2A0053"/>
      </a:dk1>
      <a:lt1>
        <a:srgbClr val="FFFFFF"/>
      </a:lt1>
      <a:dk2>
        <a:srgbClr val="000000"/>
      </a:dk2>
      <a:lt2>
        <a:srgbClr val="EEEFE7"/>
      </a:lt2>
      <a:accent1>
        <a:srgbClr val="FF8A28"/>
      </a:accent1>
      <a:accent2>
        <a:srgbClr val="F195FF"/>
      </a:accent2>
      <a:accent3>
        <a:srgbClr val="E227FF"/>
      </a:accent3>
      <a:accent4>
        <a:srgbClr val="FF0004"/>
      </a:accent4>
      <a:accent5>
        <a:srgbClr val="1906C5"/>
      </a:accent5>
      <a:accent6>
        <a:srgbClr val="31B564"/>
      </a:accent6>
      <a:hlink>
        <a:srgbClr val="467886"/>
      </a:hlink>
      <a:folHlink>
        <a:srgbClr val="96607D"/>
      </a:folHlink>
    </a:clrScheme>
    <a:fontScheme name="Custom 82">
      <a:majorFont>
        <a:latin typeface="Chamberi Super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assmorphism_wac_SD_V5 (Prismatic Polygons).pptx" id="{B385A2A1-EF3F-4C3B-9DAC-1996EB6D3A54}" vid="{B3C5DF8C-E290-4834-9BBD-6D53C49DE7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{4032290B-160E-494F-9445-95F4AF33A32A}76eb6e63-359a-49aa-b46c-7c5b67ea33bb-TF1ddfefa5-03ef-44f0-b9f8-5e27349af6c5_win32</Template>
  <TotalTime>850</TotalTime>
  <Words>798</Words>
  <Application>Microsoft Office PowerPoint</Application>
  <PresentationFormat>Widescreen</PresentationFormat>
  <Paragraphs>133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Light</vt:lpstr>
      <vt:lpstr>Arial</vt:lpstr>
      <vt:lpstr>Chamberi Super Display</vt:lpstr>
      <vt:lpstr>Times New Roman</vt:lpstr>
      <vt:lpstr>Wingdings</vt:lpstr>
      <vt:lpstr>Prismatic polygons</vt:lpstr>
      <vt:lpstr>PowerPoint Presentation</vt:lpstr>
      <vt:lpstr>Problem Statement Why the organisation needs a predictive credit risk model</vt:lpstr>
      <vt:lpstr>Dataset overview </vt:lpstr>
      <vt:lpstr>PowerPoint Presentation</vt:lpstr>
      <vt:lpstr>Preprocessing summary Cleaning, encoding, scaling and splitting the data</vt:lpstr>
      <vt:lpstr>PCA explanation and variance plot</vt:lpstr>
      <vt:lpstr>Model comparison – Before PCA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Thembelihle Nkosi</dc:creator>
  <cp:lastModifiedBy>Thembelihle Nkosi</cp:lastModifiedBy>
  <cp:revision>1</cp:revision>
  <dcterms:created xsi:type="dcterms:W3CDTF">2026-08-31T07:42:20Z</dcterms:created>
  <dcterms:modified xsi:type="dcterms:W3CDTF">2026-09-02T12:50:22Z</dcterms:modified>
</cp:coreProperties>
</file>